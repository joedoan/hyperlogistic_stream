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8" r:id="rId2"/>
    <p:sldId id="265" r:id="rId3"/>
    <p:sldId id="303" r:id="rId4"/>
    <p:sldId id="300" r:id="rId5"/>
    <p:sldId id="298" r:id="rId6"/>
    <p:sldId id="306" r:id="rId7"/>
    <p:sldId id="308" r:id="rId8"/>
  </p:sldIdLst>
  <p:sldSz cx="32918400" cy="21945600"/>
  <p:notesSz cx="7019925" cy="9305925"/>
  <p:defaultTextStyle>
    <a:defPPr>
      <a:defRPr lang="en-US"/>
    </a:defPPr>
    <a:lvl1pPr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1pPr>
    <a:lvl2pPr marL="1565610" indent="-994133"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2pPr>
    <a:lvl3pPr marL="3133204" indent="-1990250"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3pPr>
    <a:lvl4pPr marL="4700797" indent="-2986366"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4pPr>
    <a:lvl5pPr marL="6268391" indent="-3982482"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5pPr>
    <a:lvl6pPr marL="2857386" algn="l" defTabSz="571477" rtl="0" eaLnBrk="1" latinLnBrk="0" hangingPunct="1"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6pPr>
    <a:lvl7pPr marL="3428863" algn="l" defTabSz="571477" rtl="0" eaLnBrk="1" latinLnBrk="0" hangingPunct="1"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7pPr>
    <a:lvl8pPr marL="4000340" algn="l" defTabSz="571477" rtl="0" eaLnBrk="1" latinLnBrk="0" hangingPunct="1"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8pPr>
    <a:lvl9pPr marL="4571817" algn="l" defTabSz="571477" rtl="0" eaLnBrk="1" latinLnBrk="0" hangingPunct="1"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2E"/>
    <a:srgbClr val="0066CC"/>
    <a:srgbClr val="FFDD00"/>
    <a:srgbClr val="0065BD"/>
    <a:srgbClr val="ECC200"/>
    <a:srgbClr val="FFCC00"/>
    <a:srgbClr val="B70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0FD8C-3C2C-4C70-B52A-C37A9F04D3E0}" v="48" dt="2026-09-29T06:28:26.5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21" autoAdjust="0"/>
    <p:restoredTop sz="84025" autoAdjust="0"/>
  </p:normalViewPr>
  <p:slideViewPr>
    <p:cSldViewPr snapToGrid="0" snapToObjects="1">
      <p:cViewPr varScale="1">
        <p:scale>
          <a:sx n="22" d="100"/>
          <a:sy n="22" d="100"/>
        </p:scale>
        <p:origin x="1435" y="48"/>
      </p:cViewPr>
      <p:guideLst>
        <p:guide orient="horz" pos="6912"/>
        <p:guide pos="10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04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AN NGUYEN" userId="1aeeecde98487fc3" providerId="LiveId" clId="{2AC81B11-61AA-4397-8EEC-3C19B4235EDD}"/>
    <pc:docChg chg="undo custSel addSld delSld modSld sldOrd delMainMaster">
      <pc:chgData name="TUAN NGUYEN" userId="1aeeecde98487fc3" providerId="LiveId" clId="{2AC81B11-61AA-4397-8EEC-3C19B4235EDD}" dt="2026-09-29T06:28:26.108" v="1494" actId="20577"/>
      <pc:docMkLst>
        <pc:docMk/>
      </pc:docMkLst>
      <pc:sldChg chg="del">
        <pc:chgData name="TUAN NGUYEN" userId="1aeeecde98487fc3" providerId="LiveId" clId="{2AC81B11-61AA-4397-8EEC-3C19B4235EDD}" dt="2026-09-29T05:20:00.194" v="135" actId="47"/>
        <pc:sldMkLst>
          <pc:docMk/>
          <pc:sldMk cId="2728186000" sldId="261"/>
        </pc:sldMkLst>
      </pc:sldChg>
      <pc:sldChg chg="del">
        <pc:chgData name="TUAN NGUYEN" userId="1aeeecde98487fc3" providerId="LiveId" clId="{2AC81B11-61AA-4397-8EEC-3C19B4235EDD}" dt="2026-09-29T05:19:43.272" v="131" actId="47"/>
        <pc:sldMkLst>
          <pc:docMk/>
          <pc:sldMk cId="4184121404" sldId="262"/>
        </pc:sldMkLst>
      </pc:sldChg>
      <pc:sldChg chg="del">
        <pc:chgData name="TUAN NGUYEN" userId="1aeeecde98487fc3" providerId="LiveId" clId="{2AC81B11-61AA-4397-8EEC-3C19B4235EDD}" dt="2026-09-29T06:14:50.420" v="1353" actId="47"/>
        <pc:sldMkLst>
          <pc:docMk/>
          <pc:sldMk cId="3176818527" sldId="263"/>
        </pc:sldMkLst>
      </pc:sldChg>
      <pc:sldChg chg="del">
        <pc:chgData name="TUAN NGUYEN" userId="1aeeecde98487fc3" providerId="LiveId" clId="{2AC81B11-61AA-4397-8EEC-3C19B4235EDD}" dt="2026-09-29T05:19:54.352" v="134" actId="47"/>
        <pc:sldMkLst>
          <pc:docMk/>
          <pc:sldMk cId="0" sldId="264"/>
        </pc:sldMkLst>
      </pc:sldChg>
      <pc:sldChg chg="addSp delSp modSp mod setBg modNotesTx">
        <pc:chgData name="TUAN NGUYEN" userId="1aeeecde98487fc3" providerId="LiveId" clId="{2AC81B11-61AA-4397-8EEC-3C19B4235EDD}" dt="2026-09-29T06:09:02.742" v="1317" actId="20577"/>
        <pc:sldMkLst>
          <pc:docMk/>
          <pc:sldMk cId="3412009267" sldId="265"/>
        </pc:sldMkLst>
        <pc:spChg chg="mod">
          <ac:chgData name="TUAN NGUYEN" userId="1aeeecde98487fc3" providerId="LiveId" clId="{2AC81B11-61AA-4397-8EEC-3C19B4235EDD}" dt="2026-09-29T05:35:30.529" v="422" actId="1076"/>
          <ac:spMkLst>
            <pc:docMk/>
            <pc:sldMk cId="3412009267" sldId="265"/>
            <ac:spMk id="2" creationId="{A3C46449-40F9-630E-8539-9377137CF6EA}"/>
          </ac:spMkLst>
        </pc:spChg>
        <pc:spChg chg="add mod">
          <ac:chgData name="TUAN NGUYEN" userId="1aeeecde98487fc3" providerId="LiveId" clId="{2AC81B11-61AA-4397-8EEC-3C19B4235EDD}" dt="2026-09-29T05:35:17.611" v="421" actId="2711"/>
          <ac:spMkLst>
            <pc:docMk/>
            <pc:sldMk cId="3412009267" sldId="265"/>
            <ac:spMk id="3" creationId="{44CAD4B3-5397-CB6A-5BB3-45F646E27D51}"/>
          </ac:spMkLst>
        </pc:spChg>
        <pc:spChg chg="del mod">
          <ac:chgData name="TUAN NGUYEN" userId="1aeeecde98487fc3" providerId="LiveId" clId="{2AC81B11-61AA-4397-8EEC-3C19B4235EDD}" dt="2026-09-29T05:34:08.950" v="381" actId="478"/>
          <ac:spMkLst>
            <pc:docMk/>
            <pc:sldMk cId="3412009267" sldId="265"/>
            <ac:spMk id="7" creationId="{34DBD924-D99A-CD29-F793-F674B440531F}"/>
          </ac:spMkLst>
        </pc:spChg>
        <pc:spChg chg="del mod">
          <ac:chgData name="TUAN NGUYEN" userId="1aeeecde98487fc3" providerId="LiveId" clId="{2AC81B11-61AA-4397-8EEC-3C19B4235EDD}" dt="2026-09-29T05:34:15.280" v="386"/>
          <ac:spMkLst>
            <pc:docMk/>
            <pc:sldMk cId="3412009267" sldId="265"/>
            <ac:spMk id="8" creationId="{A864B1ED-24D0-D805-963A-8FD2352EF7DA}"/>
          </ac:spMkLst>
        </pc:spChg>
        <pc:spChg chg="add del">
          <ac:chgData name="TUAN NGUYEN" userId="1aeeecde98487fc3" providerId="LiveId" clId="{2AC81B11-61AA-4397-8EEC-3C19B4235EDD}" dt="2026-09-29T05:35:56.378" v="424" actId="22"/>
          <ac:spMkLst>
            <pc:docMk/>
            <pc:sldMk cId="3412009267" sldId="265"/>
            <ac:spMk id="10" creationId="{D87606DE-E227-877F-49CA-585FFA7074E0}"/>
          </ac:spMkLst>
        </pc:spChg>
        <pc:spChg chg="del">
          <ac:chgData name="TUAN NGUYEN" userId="1aeeecde98487fc3" providerId="LiveId" clId="{2AC81B11-61AA-4397-8EEC-3C19B4235EDD}" dt="2026-09-29T05:34:11.285" v="382" actId="478"/>
          <ac:spMkLst>
            <pc:docMk/>
            <pc:sldMk cId="3412009267" sldId="265"/>
            <ac:spMk id="11" creationId="{1EEE6C82-2E87-8C9E-8AD4-FE801CFBD782}"/>
          </ac:spMkLst>
        </pc:spChg>
        <pc:spChg chg="del mod">
          <ac:chgData name="TUAN NGUYEN" userId="1aeeecde98487fc3" providerId="LiveId" clId="{2AC81B11-61AA-4397-8EEC-3C19B4235EDD}" dt="2026-09-29T05:34:28.812" v="389"/>
          <ac:spMkLst>
            <pc:docMk/>
            <pc:sldMk cId="3412009267" sldId="265"/>
            <ac:spMk id="12" creationId="{9195E89F-F2CE-60E8-7B32-8FEBB363B8A2}"/>
          </ac:spMkLst>
        </pc:spChg>
        <pc:spChg chg="add mod">
          <ac:chgData name="TUAN NGUYEN" userId="1aeeecde98487fc3" providerId="LiveId" clId="{2AC81B11-61AA-4397-8EEC-3C19B4235EDD}" dt="2026-09-29T05:36:38.303" v="429" actId="207"/>
          <ac:spMkLst>
            <pc:docMk/>
            <pc:sldMk cId="3412009267" sldId="265"/>
            <ac:spMk id="19" creationId="{8125BD48-17E1-9EA3-B48E-D89F0EB16CA0}"/>
          </ac:spMkLst>
        </pc:spChg>
        <pc:spChg chg="add del mod">
          <ac:chgData name="TUAN NGUYEN" userId="1aeeecde98487fc3" providerId="LiveId" clId="{2AC81B11-61AA-4397-8EEC-3C19B4235EDD}" dt="2026-09-29T05:36:39.141" v="431"/>
          <ac:spMkLst>
            <pc:docMk/>
            <pc:sldMk cId="3412009267" sldId="265"/>
            <ac:spMk id="20" creationId="{86A4F609-FCAD-81FD-1FBF-D074AE2C05A1}"/>
          </ac:spMkLst>
        </pc:spChg>
        <pc:spChg chg="add mod">
          <ac:chgData name="TUAN NGUYEN" userId="1aeeecde98487fc3" providerId="LiveId" clId="{2AC81B11-61AA-4397-8EEC-3C19B4235EDD}" dt="2026-09-29T05:49:23.380" v="710" actId="1076"/>
          <ac:spMkLst>
            <pc:docMk/>
            <pc:sldMk cId="3412009267" sldId="265"/>
            <ac:spMk id="22" creationId="{1FEE211D-12EC-75BB-569E-815B69AC5C91}"/>
          </ac:spMkLst>
        </pc:spChg>
        <pc:spChg chg="add del mod">
          <ac:chgData name="TUAN NGUYEN" userId="1aeeecde98487fc3" providerId="LiveId" clId="{2AC81B11-61AA-4397-8EEC-3C19B4235EDD}" dt="2026-09-29T05:40:13.025" v="510" actId="478"/>
          <ac:spMkLst>
            <pc:docMk/>
            <pc:sldMk cId="3412009267" sldId="265"/>
            <ac:spMk id="26" creationId="{7016B747-B1C2-3066-3A65-323F2460923F}"/>
          </ac:spMkLst>
        </pc:spChg>
        <pc:spChg chg="add del mod">
          <ac:chgData name="TUAN NGUYEN" userId="1aeeecde98487fc3" providerId="LiveId" clId="{2AC81B11-61AA-4397-8EEC-3C19B4235EDD}" dt="2026-09-29T06:06:37.821" v="1192"/>
          <ac:spMkLst>
            <pc:docMk/>
            <pc:sldMk cId="3412009267" sldId="265"/>
            <ac:spMk id="29" creationId="{F09A1C53-9ED6-8347-E6E1-939B43451C49}"/>
          </ac:spMkLst>
        </pc:spChg>
        <pc:graphicFrameChg chg="add del mod">
          <ac:chgData name="TUAN NGUYEN" userId="1aeeecde98487fc3" providerId="LiveId" clId="{2AC81B11-61AA-4397-8EEC-3C19B4235EDD}" dt="2026-09-29T05:40:11.601" v="509" actId="478"/>
          <ac:graphicFrameMkLst>
            <pc:docMk/>
            <pc:sldMk cId="3412009267" sldId="265"/>
            <ac:graphicFrameMk id="24" creationId="{CCC5EAA1-4932-FFDF-EDA6-B117E3219233}"/>
          </ac:graphicFrameMkLst>
        </pc:graphicFrameChg>
        <pc:graphicFrameChg chg="add mod modGraphic">
          <ac:chgData name="TUAN NGUYEN" userId="1aeeecde98487fc3" providerId="LiveId" clId="{2AC81B11-61AA-4397-8EEC-3C19B4235EDD}" dt="2026-09-29T05:49:16.167" v="709" actId="1076"/>
          <ac:graphicFrameMkLst>
            <pc:docMk/>
            <pc:sldMk cId="3412009267" sldId="265"/>
            <ac:graphicFrameMk id="28" creationId="{54154C3B-0C5A-EE9F-E5B8-2D0DA6C3E70D}"/>
          </ac:graphicFrameMkLst>
        </pc:graphicFrameChg>
      </pc:sldChg>
      <pc:sldChg chg="addSp delSp modSp mod modNotesTx">
        <pc:chgData name="TUAN NGUYEN" userId="1aeeecde98487fc3" providerId="LiveId" clId="{2AC81B11-61AA-4397-8EEC-3C19B4235EDD}" dt="2026-09-29T05:32:26.579" v="273" actId="255"/>
        <pc:sldMkLst>
          <pc:docMk/>
          <pc:sldMk cId="3606802203" sldId="268"/>
        </pc:sldMkLst>
        <pc:spChg chg="mod">
          <ac:chgData name="TUAN NGUYEN" userId="1aeeecde98487fc3" providerId="LiveId" clId="{2AC81B11-61AA-4397-8EEC-3C19B4235EDD}" dt="2026-09-29T05:14:28.077" v="125" actId="20577"/>
          <ac:spMkLst>
            <pc:docMk/>
            <pc:sldMk cId="3606802203" sldId="268"/>
            <ac:spMk id="3" creationId="{72945EF7-1D45-F64C-60D9-288FF02CAB43}"/>
          </ac:spMkLst>
        </pc:spChg>
        <pc:spChg chg="mod">
          <ac:chgData name="TUAN NGUYEN" userId="1aeeecde98487fc3" providerId="LiveId" clId="{2AC81B11-61AA-4397-8EEC-3C19B4235EDD}" dt="2026-09-29T05:26:41.549" v="173" actId="6549"/>
          <ac:spMkLst>
            <pc:docMk/>
            <pc:sldMk cId="3606802203" sldId="268"/>
            <ac:spMk id="5" creationId="{02AB6036-9943-3FB8-B030-8D584CB4C679}"/>
          </ac:spMkLst>
        </pc:spChg>
        <pc:spChg chg="add del">
          <ac:chgData name="TUAN NGUYEN" userId="1aeeecde98487fc3" providerId="LiveId" clId="{2AC81B11-61AA-4397-8EEC-3C19B4235EDD}" dt="2026-09-29T05:12:49.554" v="4" actId="22"/>
          <ac:spMkLst>
            <pc:docMk/>
            <pc:sldMk cId="3606802203" sldId="268"/>
            <ac:spMk id="8" creationId="{D960CA8E-070D-892D-8AAB-B28281B62459}"/>
          </ac:spMkLst>
        </pc:spChg>
        <pc:spChg chg="add del">
          <ac:chgData name="TUAN NGUYEN" userId="1aeeecde98487fc3" providerId="LiveId" clId="{2AC81B11-61AA-4397-8EEC-3C19B4235EDD}" dt="2026-09-29T05:14:52.369" v="129" actId="22"/>
          <ac:spMkLst>
            <pc:docMk/>
            <pc:sldMk cId="3606802203" sldId="268"/>
            <ac:spMk id="10" creationId="{B82359C9-34F4-77D5-B1D3-AD0AACF1945A}"/>
          </ac:spMkLst>
        </pc:spChg>
        <pc:spChg chg="add del">
          <ac:chgData name="TUAN NGUYEN" userId="1aeeecde98487fc3" providerId="LiveId" clId="{2AC81B11-61AA-4397-8EEC-3C19B4235EDD}" dt="2026-09-29T05:28:20.815" v="175" actId="22"/>
          <ac:spMkLst>
            <pc:docMk/>
            <pc:sldMk cId="3606802203" sldId="268"/>
            <ac:spMk id="14" creationId="{50FB66C9-AD05-382A-EC2D-DBDE5B951E92}"/>
          </ac:spMkLst>
        </pc:spChg>
        <pc:spChg chg="add del mod">
          <ac:chgData name="TUAN NGUYEN" userId="1aeeecde98487fc3" providerId="LiveId" clId="{2AC81B11-61AA-4397-8EEC-3C19B4235EDD}" dt="2026-09-29T05:28:36.358" v="178"/>
          <ac:spMkLst>
            <pc:docMk/>
            <pc:sldMk cId="3606802203" sldId="268"/>
            <ac:spMk id="15" creationId="{0CF1C51E-FB49-D48F-D285-F72FCF62DA39}"/>
          </ac:spMkLst>
        </pc:spChg>
        <pc:spChg chg="add mod">
          <ac:chgData name="TUAN NGUYEN" userId="1aeeecde98487fc3" providerId="LiveId" clId="{2AC81B11-61AA-4397-8EEC-3C19B4235EDD}" dt="2026-09-29T05:31:07.076" v="188" actId="108"/>
          <ac:spMkLst>
            <pc:docMk/>
            <pc:sldMk cId="3606802203" sldId="268"/>
            <ac:spMk id="16" creationId="{00D6553D-14B1-7136-7EF6-435FAE2F44F6}"/>
          </ac:spMkLst>
        </pc:spChg>
        <pc:spChg chg="add del mod">
          <ac:chgData name="TUAN NGUYEN" userId="1aeeecde98487fc3" providerId="LiveId" clId="{2AC81B11-61AA-4397-8EEC-3C19B4235EDD}" dt="2026-09-29T05:31:28.719" v="191"/>
          <ac:spMkLst>
            <pc:docMk/>
            <pc:sldMk cId="3606802203" sldId="268"/>
            <ac:spMk id="17" creationId="{8ECB1510-AFD4-2273-CD28-671B1E8874F2}"/>
          </ac:spMkLst>
        </pc:spChg>
        <pc:spChg chg="add mod">
          <ac:chgData name="TUAN NGUYEN" userId="1aeeecde98487fc3" providerId="LiveId" clId="{2AC81B11-61AA-4397-8EEC-3C19B4235EDD}" dt="2026-09-29T05:32:26.579" v="273" actId="255"/>
          <ac:spMkLst>
            <pc:docMk/>
            <pc:sldMk cId="3606802203" sldId="268"/>
            <ac:spMk id="19" creationId="{02DEBC64-A4DD-D2A9-7367-56B19730BCF5}"/>
          </ac:spMkLst>
        </pc:spChg>
        <pc:spChg chg="del">
          <ac:chgData name="TUAN NGUYEN" userId="1aeeecde98487fc3" providerId="LiveId" clId="{2AC81B11-61AA-4397-8EEC-3C19B4235EDD}" dt="2026-09-29T05:12:42.649" v="1" actId="478"/>
          <ac:spMkLst>
            <pc:docMk/>
            <pc:sldMk cId="3606802203" sldId="268"/>
            <ac:spMk id="41" creationId="{04E0E5E9-B174-4295-BE88-07A546C854A3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43" creationId="{A36D4E25-43FF-3B28-E8AE-262AFE2C3BC1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45" creationId="{A7683CF7-4D9F-B217-2654-50AEA9AE2F63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46" creationId="{63E72762-33C2-A3D1-5383-F8F2879B50CB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47" creationId="{F64A1913-2F12-3089-C6AC-CAC2F803725C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48" creationId="{AC28970D-00C4-FB59-D3C0-134008FF937D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51" creationId="{35F44F16-3394-F608-B856-0C787F586C8F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52" creationId="{81B784D8-EE55-3D5A-325C-50B9F69FFA27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54" creationId="{F9FBCA95-5753-DC1B-930E-7059AA515DA8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55" creationId="{8223DB75-9B82-6A55-90CC-328EBBC960FB}"/>
          </ac:spMkLst>
        </pc:spChg>
        <pc:spChg chg="del">
          <ac:chgData name="TUAN NGUYEN" userId="1aeeecde98487fc3" providerId="LiveId" clId="{2AC81B11-61AA-4397-8EEC-3C19B4235EDD}" dt="2026-09-29T05:12:46.027" v="2" actId="478"/>
          <ac:spMkLst>
            <pc:docMk/>
            <pc:sldMk cId="3606802203" sldId="268"/>
            <ac:spMk id="56" creationId="{CBA01BD9-E4A2-1EB1-7386-C040E59C17FF}"/>
          </ac:spMkLst>
        </pc:spChg>
        <pc:picChg chg="del">
          <ac:chgData name="TUAN NGUYEN" userId="1aeeecde98487fc3" providerId="LiveId" clId="{2AC81B11-61AA-4397-8EEC-3C19B4235EDD}" dt="2026-09-29T05:12:39.806" v="0" actId="478"/>
          <ac:picMkLst>
            <pc:docMk/>
            <pc:sldMk cId="3606802203" sldId="268"/>
            <ac:picMk id="13" creationId="{50770F6C-A0AA-7A96-CA08-FF26CDB043C8}"/>
          </ac:picMkLst>
        </pc:picChg>
      </pc:sldChg>
      <pc:sldChg chg="del">
        <pc:chgData name="TUAN NGUYEN" userId="1aeeecde98487fc3" providerId="LiveId" clId="{2AC81B11-61AA-4397-8EEC-3C19B4235EDD}" dt="2026-09-29T05:19:39.288" v="130" actId="47"/>
        <pc:sldMkLst>
          <pc:docMk/>
          <pc:sldMk cId="0" sldId="271"/>
        </pc:sldMkLst>
      </pc:sldChg>
      <pc:sldChg chg="del">
        <pc:chgData name="TUAN NGUYEN" userId="1aeeecde98487fc3" providerId="LiveId" clId="{2AC81B11-61AA-4397-8EEC-3C19B4235EDD}" dt="2026-09-29T05:19:44.467" v="132" actId="47"/>
        <pc:sldMkLst>
          <pc:docMk/>
          <pc:sldMk cId="0" sldId="273"/>
        </pc:sldMkLst>
      </pc:sldChg>
      <pc:sldChg chg="del">
        <pc:chgData name="TUAN NGUYEN" userId="1aeeecde98487fc3" providerId="LiveId" clId="{2AC81B11-61AA-4397-8EEC-3C19B4235EDD}" dt="2026-09-29T06:14:25.471" v="1350" actId="47"/>
        <pc:sldMkLst>
          <pc:docMk/>
          <pc:sldMk cId="2001767766" sldId="276"/>
        </pc:sldMkLst>
      </pc:sldChg>
      <pc:sldChg chg="addSp delSp modSp del mod modNotesTx">
        <pc:chgData name="TUAN NGUYEN" userId="1aeeecde98487fc3" providerId="LiveId" clId="{2AC81B11-61AA-4397-8EEC-3C19B4235EDD}" dt="2026-09-29T06:21:45.374" v="1448"/>
        <pc:sldMkLst>
          <pc:docMk/>
          <pc:sldMk cId="582081673" sldId="280"/>
        </pc:sldMkLst>
        <pc:spChg chg="add mod">
          <ac:chgData name="TUAN NGUYEN" userId="1aeeecde98487fc3" providerId="LiveId" clId="{2AC81B11-61AA-4397-8EEC-3C19B4235EDD}" dt="2026-09-29T05:50:58.165" v="841" actId="20577"/>
          <ac:spMkLst>
            <pc:docMk/>
            <pc:sldMk cId="582081673" sldId="280"/>
            <ac:spMk id="2" creationId="{493802F0-5251-C9BE-5D20-3BEB0E91351A}"/>
          </ac:spMkLst>
        </pc:spChg>
        <pc:spChg chg="del">
          <ac:chgData name="TUAN NGUYEN" userId="1aeeecde98487fc3" providerId="LiveId" clId="{2AC81B11-61AA-4397-8EEC-3C19B4235EDD}" dt="2026-09-29T05:50:22.489" v="750" actId="478"/>
          <ac:spMkLst>
            <pc:docMk/>
            <pc:sldMk cId="582081673" sldId="280"/>
            <ac:spMk id="3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0:22.268" v="1174" actId="1076"/>
          <ac:spMkLst>
            <pc:docMk/>
            <pc:sldMk cId="582081673" sldId="280"/>
            <ac:spMk id="4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0:22.268" v="1174" actId="1076"/>
          <ac:spMkLst>
            <pc:docMk/>
            <pc:sldMk cId="582081673" sldId="280"/>
            <ac:spMk id="5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0:22.268" v="1174" actId="1076"/>
          <ac:spMkLst>
            <pc:docMk/>
            <pc:sldMk cId="582081673" sldId="280"/>
            <ac:spMk id="6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4:11.928" v="1188" actId="1076"/>
          <ac:spMkLst>
            <pc:docMk/>
            <pc:sldMk cId="582081673" sldId="280"/>
            <ac:spMk id="7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4:11.928" v="1188" actId="1076"/>
          <ac:spMkLst>
            <pc:docMk/>
            <pc:sldMk cId="582081673" sldId="280"/>
            <ac:spMk id="8" creationId="{00000000-0000-0000-0000-000000000000}"/>
          </ac:spMkLst>
        </pc:spChg>
        <pc:spChg chg="mod">
          <ac:chgData name="TUAN NGUYEN" userId="1aeeecde98487fc3" providerId="LiveId" clId="{2AC81B11-61AA-4397-8EEC-3C19B4235EDD}" dt="2026-09-29T05:59:40.573" v="1172" actId="1076"/>
          <ac:spMkLst>
            <pc:docMk/>
            <pc:sldMk cId="582081673" sldId="280"/>
            <ac:spMk id="9" creationId="{00000000-0000-0000-0000-000000000000}"/>
          </ac:spMkLst>
        </pc:spChg>
        <pc:spChg chg="mod">
          <ac:chgData name="TUAN NGUYEN" userId="1aeeecde98487fc3" providerId="LiveId" clId="{2AC81B11-61AA-4397-8EEC-3C19B4235EDD}" dt="2026-09-29T05:59:40.573" v="1172" actId="1076"/>
          <ac:spMkLst>
            <pc:docMk/>
            <pc:sldMk cId="582081673" sldId="280"/>
            <ac:spMk id="10" creationId="{00000000-0000-0000-0000-000000000000}"/>
          </ac:spMkLst>
        </pc:spChg>
        <pc:spChg chg="mod">
          <ac:chgData name="TUAN NGUYEN" userId="1aeeecde98487fc3" providerId="LiveId" clId="{2AC81B11-61AA-4397-8EEC-3C19B4235EDD}" dt="2026-09-29T05:59:40.573" v="1172" actId="1076"/>
          <ac:spMkLst>
            <pc:docMk/>
            <pc:sldMk cId="582081673" sldId="280"/>
            <ac:spMk id="11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44.783" v="1187" actId="1076"/>
          <ac:spMkLst>
            <pc:docMk/>
            <pc:sldMk cId="582081673" sldId="280"/>
            <ac:spMk id="12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44.783" v="1187" actId="1076"/>
          <ac:spMkLst>
            <pc:docMk/>
            <pc:sldMk cId="582081673" sldId="280"/>
            <ac:spMk id="13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21.974" v="1186" actId="1076"/>
          <ac:spMkLst>
            <pc:docMk/>
            <pc:sldMk cId="582081673" sldId="280"/>
            <ac:spMk id="14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21.974" v="1186" actId="1076"/>
          <ac:spMkLst>
            <pc:docMk/>
            <pc:sldMk cId="582081673" sldId="280"/>
            <ac:spMk id="15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21.974" v="1186" actId="1076"/>
          <ac:spMkLst>
            <pc:docMk/>
            <pc:sldMk cId="582081673" sldId="280"/>
            <ac:spMk id="16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4:23.587" v="1189" actId="1076"/>
          <ac:spMkLst>
            <pc:docMk/>
            <pc:sldMk cId="582081673" sldId="280"/>
            <ac:spMk id="17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4:23.587" v="1189" actId="1076"/>
          <ac:spMkLst>
            <pc:docMk/>
            <pc:sldMk cId="582081673" sldId="280"/>
            <ac:spMk id="18" creationId="{00000000-0000-0000-0000-000000000000}"/>
          </ac:spMkLst>
        </pc:spChg>
        <pc:spChg chg="mod">
          <ac:chgData name="TUAN NGUYEN" userId="1aeeecde98487fc3" providerId="LiveId" clId="{2AC81B11-61AA-4397-8EEC-3C19B4235EDD}" dt="2026-09-29T05:55:55.280" v="1130" actId="1076"/>
          <ac:spMkLst>
            <pc:docMk/>
            <pc:sldMk cId="582081673" sldId="280"/>
            <ac:spMk id="19" creationId="{00000000-0000-0000-0000-000000000000}"/>
          </ac:spMkLst>
        </pc:spChg>
        <pc:spChg chg="mod">
          <ac:chgData name="TUAN NGUYEN" userId="1aeeecde98487fc3" providerId="LiveId" clId="{2AC81B11-61AA-4397-8EEC-3C19B4235EDD}" dt="2026-09-29T05:55:55.280" v="1130" actId="1076"/>
          <ac:spMkLst>
            <pc:docMk/>
            <pc:sldMk cId="582081673" sldId="280"/>
            <ac:spMk id="20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06.294" v="1185" actId="1076"/>
          <ac:spMkLst>
            <pc:docMk/>
            <pc:sldMk cId="582081673" sldId="280"/>
            <ac:spMk id="21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27.324" v="1117" actId="478"/>
          <ac:spMkLst>
            <pc:docMk/>
            <pc:sldMk cId="582081673" sldId="280"/>
            <ac:spMk id="22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28.786" v="1118" actId="478"/>
          <ac:spMkLst>
            <pc:docMk/>
            <pc:sldMk cId="582081673" sldId="280"/>
            <ac:spMk id="23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21.793" v="1113" actId="478"/>
          <ac:spMkLst>
            <pc:docMk/>
            <pc:sldMk cId="582081673" sldId="280"/>
            <ac:spMk id="24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26.540" v="1116" actId="478"/>
          <ac:spMkLst>
            <pc:docMk/>
            <pc:sldMk cId="582081673" sldId="280"/>
            <ac:spMk id="25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25.075" v="1115" actId="478"/>
          <ac:spMkLst>
            <pc:docMk/>
            <pc:sldMk cId="582081673" sldId="280"/>
            <ac:spMk id="26" creationId="{00000000-0000-0000-0000-000000000000}"/>
          </ac:spMkLst>
        </pc:spChg>
        <pc:spChg chg="mod">
          <ac:chgData name="TUAN NGUYEN" userId="1aeeecde98487fc3" providerId="LiveId" clId="{2AC81B11-61AA-4397-8EEC-3C19B4235EDD}" dt="2026-09-29T05:51:58.113" v="849" actId="6549"/>
          <ac:spMkLst>
            <pc:docMk/>
            <pc:sldMk cId="582081673" sldId="280"/>
            <ac:spMk id="27" creationId="{00000000-0000-0000-0000-000000000000}"/>
          </ac:spMkLst>
        </pc:spChg>
        <pc:spChg chg="del mod">
          <ac:chgData name="TUAN NGUYEN" userId="1aeeecde98487fc3" providerId="LiveId" clId="{2AC81B11-61AA-4397-8EEC-3C19B4235EDD}" dt="2026-09-29T05:54:49.306" v="1121" actId="478"/>
          <ac:spMkLst>
            <pc:docMk/>
            <pc:sldMk cId="582081673" sldId="280"/>
            <ac:spMk id="28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06.294" v="1185" actId="1076"/>
          <ac:spMkLst>
            <pc:docMk/>
            <pc:sldMk cId="582081673" sldId="280"/>
            <ac:spMk id="29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0:22.268" v="1174" actId="1076"/>
          <ac:spMkLst>
            <pc:docMk/>
            <pc:sldMk cId="582081673" sldId="280"/>
            <ac:spMk id="30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8:12.422" v="1160" actId="478"/>
          <ac:spMkLst>
            <pc:docMk/>
            <pc:sldMk cId="582081673" sldId="280"/>
            <ac:spMk id="31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7:41.651" v="1154" actId="478"/>
          <ac:spMkLst>
            <pc:docMk/>
            <pc:sldMk cId="582081673" sldId="280"/>
            <ac:spMk id="32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8:13.761" v="1161" actId="478"/>
          <ac:spMkLst>
            <pc:docMk/>
            <pc:sldMk cId="582081673" sldId="280"/>
            <ac:spMk id="33" creationId="{00000000-0000-0000-0000-000000000000}"/>
          </ac:spMkLst>
        </pc:spChg>
        <pc:spChg chg="del mod">
          <ac:chgData name="TUAN NGUYEN" userId="1aeeecde98487fc3" providerId="LiveId" clId="{2AC81B11-61AA-4397-8EEC-3C19B4235EDD}" dt="2026-09-29T05:57:39.168" v="1153" actId="478"/>
          <ac:spMkLst>
            <pc:docMk/>
            <pc:sldMk cId="582081673" sldId="280"/>
            <ac:spMk id="34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06.294" v="1185" actId="1076"/>
          <ac:spMkLst>
            <pc:docMk/>
            <pc:sldMk cId="582081673" sldId="280"/>
            <ac:spMk id="35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06.294" v="1185" actId="1076"/>
          <ac:spMkLst>
            <pc:docMk/>
            <pc:sldMk cId="582081673" sldId="280"/>
            <ac:spMk id="36" creationId="{00000000-0000-0000-0000-000000000000}"/>
          </ac:spMkLst>
        </pc:spChg>
        <pc:spChg chg="del mod">
          <ac:chgData name="TUAN NGUYEN" userId="1aeeecde98487fc3" providerId="LiveId" clId="{2AC81B11-61AA-4397-8EEC-3C19B4235EDD}" dt="2026-09-29T05:57:12.958" v="1146" actId="478"/>
          <ac:spMkLst>
            <pc:docMk/>
            <pc:sldMk cId="582081673" sldId="280"/>
            <ac:spMk id="37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7:20.093" v="1147" actId="478"/>
          <ac:spMkLst>
            <pc:docMk/>
            <pc:sldMk cId="582081673" sldId="280"/>
            <ac:spMk id="38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8:14.751" v="1162" actId="478"/>
          <ac:spMkLst>
            <pc:docMk/>
            <pc:sldMk cId="582081673" sldId="280"/>
            <ac:spMk id="39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7:22.394" v="1148" actId="478"/>
          <ac:spMkLst>
            <pc:docMk/>
            <pc:sldMk cId="582081673" sldId="280"/>
            <ac:spMk id="40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21.974" v="1186" actId="1076"/>
          <ac:spMkLst>
            <pc:docMk/>
            <pc:sldMk cId="582081673" sldId="280"/>
            <ac:spMk id="41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21.974" v="1186" actId="1076"/>
          <ac:spMkLst>
            <pc:docMk/>
            <pc:sldMk cId="582081673" sldId="280"/>
            <ac:spMk id="42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7:07.853" v="1144" actId="478"/>
          <ac:spMkLst>
            <pc:docMk/>
            <pc:sldMk cId="582081673" sldId="280"/>
            <ac:spMk id="43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21.974" v="1186" actId="1076"/>
          <ac:spMkLst>
            <pc:docMk/>
            <pc:sldMk cId="582081673" sldId="280"/>
            <ac:spMk id="44" creationId="{00000000-0000-0000-0000-000000000000}"/>
          </ac:spMkLst>
        </pc:spChg>
        <pc:spChg chg="del mod">
          <ac:chgData name="TUAN NGUYEN" userId="1aeeecde98487fc3" providerId="LiveId" clId="{2AC81B11-61AA-4397-8EEC-3C19B4235EDD}" dt="2026-09-29T05:57:09.069" v="1145" actId="478"/>
          <ac:spMkLst>
            <pc:docMk/>
            <pc:sldMk cId="582081673" sldId="280"/>
            <ac:spMk id="45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2:03.128" v="1182" actId="1076"/>
          <ac:spMkLst>
            <pc:docMk/>
            <pc:sldMk cId="582081673" sldId="280"/>
            <ac:spMk id="46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1:35.497" v="1181" actId="14100"/>
          <ac:spMkLst>
            <pc:docMk/>
            <pc:sldMk cId="582081673" sldId="280"/>
            <ac:spMk id="47" creationId="{00000000-0000-0000-0000-000000000000}"/>
          </ac:spMkLst>
        </pc:spChg>
        <pc:spChg chg="mod">
          <ac:chgData name="TUAN NGUYEN" userId="1aeeecde98487fc3" providerId="LiveId" clId="{2AC81B11-61AA-4397-8EEC-3C19B4235EDD}" dt="2026-09-29T05:56:28.232" v="1133"/>
          <ac:spMkLst>
            <pc:docMk/>
            <pc:sldMk cId="582081673" sldId="280"/>
            <ac:spMk id="48" creationId="{00000000-0000-0000-0000-000000000000}"/>
          </ac:spMkLst>
        </pc:spChg>
        <pc:spChg chg="del mod">
          <ac:chgData name="TUAN NGUYEN" userId="1aeeecde98487fc3" providerId="LiveId" clId="{2AC81B11-61AA-4397-8EEC-3C19B4235EDD}" dt="2026-09-29T05:56:32.053" v="1134" actId="478"/>
          <ac:spMkLst>
            <pc:docMk/>
            <pc:sldMk cId="582081673" sldId="280"/>
            <ac:spMk id="49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3:06.294" v="1185" actId="1076"/>
          <ac:spMkLst>
            <pc:docMk/>
            <pc:sldMk cId="582081673" sldId="280"/>
            <ac:spMk id="50" creationId="{00000000-0000-0000-0000-000000000000}"/>
          </ac:spMkLst>
        </pc:spChg>
        <pc:spChg chg="del mod">
          <ac:chgData name="TUAN NGUYEN" userId="1aeeecde98487fc3" providerId="LiveId" clId="{2AC81B11-61AA-4397-8EEC-3C19B4235EDD}" dt="2026-09-29T05:56:34.202" v="1135" actId="478"/>
          <ac:spMkLst>
            <pc:docMk/>
            <pc:sldMk cId="582081673" sldId="280"/>
            <ac:spMk id="51" creationId="{00000000-0000-0000-0000-000000000000}"/>
          </ac:spMkLst>
        </pc:spChg>
        <pc:spChg chg="del mod">
          <ac:chgData name="TUAN NGUYEN" userId="1aeeecde98487fc3" providerId="LiveId" clId="{2AC81B11-61AA-4397-8EEC-3C19B4235EDD}" dt="2026-09-29T06:01:19.430" v="1178" actId="478"/>
          <ac:spMkLst>
            <pc:docMk/>
            <pc:sldMk cId="582081673" sldId="280"/>
            <ac:spMk id="52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23.534" v="1114" actId="478"/>
          <ac:spMkLst>
            <pc:docMk/>
            <pc:sldMk cId="582081673" sldId="280"/>
            <ac:spMk id="53" creationId="{00000000-0000-0000-0000-000000000000}"/>
          </ac:spMkLst>
        </pc:spChg>
        <pc:spChg chg="del mod">
          <ac:chgData name="TUAN NGUYEN" userId="1aeeecde98487fc3" providerId="LiveId" clId="{2AC81B11-61AA-4397-8EEC-3C19B4235EDD}" dt="2026-09-29T05:54:33.384" v="1120" actId="478"/>
          <ac:spMkLst>
            <pc:docMk/>
            <pc:sldMk cId="582081673" sldId="280"/>
            <ac:spMk id="54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33.384" v="1120" actId="478"/>
          <ac:spMkLst>
            <pc:docMk/>
            <pc:sldMk cId="582081673" sldId="280"/>
            <ac:spMk id="55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33.384" v="1120" actId="478"/>
          <ac:spMkLst>
            <pc:docMk/>
            <pc:sldMk cId="582081673" sldId="280"/>
            <ac:spMk id="56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33.384" v="1120" actId="478"/>
          <ac:spMkLst>
            <pc:docMk/>
            <pc:sldMk cId="582081673" sldId="280"/>
            <ac:spMk id="57" creationId="{00000000-0000-0000-0000-000000000000}"/>
          </ac:spMkLst>
        </pc:spChg>
        <pc:spChg chg="del">
          <ac:chgData name="TUAN NGUYEN" userId="1aeeecde98487fc3" providerId="LiveId" clId="{2AC81B11-61AA-4397-8EEC-3C19B4235EDD}" dt="2026-09-29T05:54:33.384" v="1120" actId="478"/>
          <ac:spMkLst>
            <pc:docMk/>
            <pc:sldMk cId="582081673" sldId="280"/>
            <ac:spMk id="58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02:03.128" v="1182" actId="1076"/>
          <ac:spMkLst>
            <pc:docMk/>
            <pc:sldMk cId="582081673" sldId="280"/>
            <ac:spMk id="59" creationId="{00000000-0000-0000-0000-000000000000}"/>
          </ac:spMkLst>
        </pc:spChg>
        <pc:spChg chg="mod">
          <ac:chgData name="TUAN NGUYEN" userId="1aeeecde98487fc3" providerId="LiveId" clId="{2AC81B11-61AA-4397-8EEC-3C19B4235EDD}" dt="2026-09-29T06:20:02.947" v="1444"/>
          <ac:spMkLst>
            <pc:docMk/>
            <pc:sldMk cId="582081673" sldId="280"/>
            <ac:spMk id="60" creationId="{00000000-0000-0000-0000-000000000000}"/>
          </ac:spMkLst>
        </pc:spChg>
        <pc:spChg chg="add mod">
          <ac:chgData name="TUAN NGUYEN" userId="1aeeecde98487fc3" providerId="LiveId" clId="{2AC81B11-61AA-4397-8EEC-3C19B4235EDD}" dt="2026-09-29T05:50:32.576" v="768" actId="20577"/>
          <ac:spMkLst>
            <pc:docMk/>
            <pc:sldMk cId="582081673" sldId="280"/>
            <ac:spMk id="61" creationId="{4B14E9DA-9612-CF84-71A7-4C92F39F301C}"/>
          </ac:spMkLst>
        </pc:spChg>
        <pc:spChg chg="add mod">
          <ac:chgData name="TUAN NGUYEN" userId="1aeeecde98487fc3" providerId="LiveId" clId="{2AC81B11-61AA-4397-8EEC-3C19B4235EDD}" dt="2026-09-29T05:55:30.543" v="1129" actId="1076"/>
          <ac:spMkLst>
            <pc:docMk/>
            <pc:sldMk cId="582081673" sldId="280"/>
            <ac:spMk id="62" creationId="{BEBD0156-A3DE-DE03-5446-D74771C63B74}"/>
          </ac:spMkLst>
        </pc:spChg>
        <pc:spChg chg="add del mod">
          <ac:chgData name="TUAN NGUYEN" userId="1aeeecde98487fc3" providerId="LiveId" clId="{2AC81B11-61AA-4397-8EEC-3C19B4235EDD}" dt="2026-09-29T05:52:09.425" v="901" actId="478"/>
          <ac:spMkLst>
            <pc:docMk/>
            <pc:sldMk cId="582081673" sldId="280"/>
            <ac:spMk id="63" creationId="{87ECF9C0-B45E-E51D-1B26-CE0E704045EC}"/>
          </ac:spMkLst>
        </pc:spChg>
        <pc:spChg chg="mod">
          <ac:chgData name="TUAN NGUYEN" userId="1aeeecde98487fc3" providerId="LiveId" clId="{2AC81B11-61AA-4397-8EEC-3C19B4235EDD}" dt="2026-09-29T05:51:25.198" v="844"/>
          <ac:spMkLst>
            <pc:docMk/>
            <pc:sldMk cId="582081673" sldId="280"/>
            <ac:spMk id="65" creationId="{263731B2-74DE-1757-9F8D-68DA063744FE}"/>
          </ac:spMkLst>
        </pc:spChg>
        <pc:spChg chg="mod">
          <ac:chgData name="TUAN NGUYEN" userId="1aeeecde98487fc3" providerId="LiveId" clId="{2AC81B11-61AA-4397-8EEC-3C19B4235EDD}" dt="2026-09-29T05:51:25.198" v="844"/>
          <ac:spMkLst>
            <pc:docMk/>
            <pc:sldMk cId="582081673" sldId="280"/>
            <ac:spMk id="66" creationId="{F94791DA-8526-7A90-D118-A6415F6967A8}"/>
          </ac:spMkLst>
        </pc:spChg>
        <pc:spChg chg="mod">
          <ac:chgData name="TUAN NGUYEN" userId="1aeeecde98487fc3" providerId="LiveId" clId="{2AC81B11-61AA-4397-8EEC-3C19B4235EDD}" dt="2026-09-29T05:51:44.967" v="847" actId="1076"/>
          <ac:spMkLst>
            <pc:docMk/>
            <pc:sldMk cId="582081673" sldId="280"/>
            <ac:spMk id="68" creationId="{DFD97335-AF37-8143-7C8B-B593BF6B79FF}"/>
          </ac:spMkLst>
        </pc:spChg>
        <pc:spChg chg="mod">
          <ac:chgData name="TUAN NGUYEN" userId="1aeeecde98487fc3" providerId="LiveId" clId="{2AC81B11-61AA-4397-8EEC-3C19B4235EDD}" dt="2026-09-29T05:51:44.967" v="847" actId="1076"/>
          <ac:spMkLst>
            <pc:docMk/>
            <pc:sldMk cId="582081673" sldId="280"/>
            <ac:spMk id="69" creationId="{E2CB2CFE-531B-8C73-0D43-A2865041D579}"/>
          </ac:spMkLst>
        </pc:spChg>
        <pc:spChg chg="add mod">
          <ac:chgData name="TUAN NGUYEN" userId="1aeeecde98487fc3" providerId="LiveId" clId="{2AC81B11-61AA-4397-8EEC-3C19B4235EDD}" dt="2026-09-29T06:07:59.209" v="1314" actId="1076"/>
          <ac:spMkLst>
            <pc:docMk/>
            <pc:sldMk cId="582081673" sldId="280"/>
            <ac:spMk id="72" creationId="{0E755096-F17C-F089-0B58-2847EE9CDB5B}"/>
          </ac:spMkLst>
        </pc:spChg>
        <pc:spChg chg="mod">
          <ac:chgData name="TUAN NGUYEN" userId="1aeeecde98487fc3" providerId="LiveId" clId="{2AC81B11-61AA-4397-8EEC-3C19B4235EDD}" dt="2026-09-29T05:50:18.872" v="749" actId="6549"/>
          <ac:spMkLst>
            <pc:docMk/>
            <pc:sldMk cId="582081673" sldId="280"/>
            <ac:spMk id="84" creationId="{D29D25AC-C4F2-42EA-60CC-CA4EBE26206A}"/>
          </ac:spMkLst>
        </pc:spChg>
        <pc:grpChg chg="add mod">
          <ac:chgData name="TUAN NGUYEN" userId="1aeeecde98487fc3" providerId="LiveId" clId="{2AC81B11-61AA-4397-8EEC-3C19B4235EDD}" dt="2026-09-29T05:51:25.198" v="844"/>
          <ac:grpSpMkLst>
            <pc:docMk/>
            <pc:sldMk cId="582081673" sldId="280"/>
            <ac:grpSpMk id="64" creationId="{83247F5F-1D13-DD20-0888-38870CEAF53D}"/>
          </ac:grpSpMkLst>
        </pc:grpChg>
        <pc:grpChg chg="add mod">
          <ac:chgData name="TUAN NGUYEN" userId="1aeeecde98487fc3" providerId="LiveId" clId="{2AC81B11-61AA-4397-8EEC-3C19B4235EDD}" dt="2026-09-29T05:51:44.967" v="847" actId="1076"/>
          <ac:grpSpMkLst>
            <pc:docMk/>
            <pc:sldMk cId="582081673" sldId="280"/>
            <ac:grpSpMk id="67" creationId="{13EDF17E-3DFC-DC38-F909-656E17EE11B1}"/>
          </ac:grpSpMkLst>
        </pc:grpChg>
        <pc:grpChg chg="del">
          <ac:chgData name="TUAN NGUYEN" userId="1aeeecde98487fc3" providerId="LiveId" clId="{2AC81B11-61AA-4397-8EEC-3C19B4235EDD}" dt="2026-09-29T05:51:24.662" v="843" actId="478"/>
          <ac:grpSpMkLst>
            <pc:docMk/>
            <pc:sldMk cId="582081673" sldId="280"/>
            <ac:grpSpMk id="76" creationId="{D18A4A19-A4B3-2AC6-D4A1-1E92765A8677}"/>
          </ac:grpSpMkLst>
        </pc:grpChg>
        <pc:picChg chg="add mod">
          <ac:chgData name="TUAN NGUYEN" userId="1aeeecde98487fc3" providerId="LiveId" clId="{2AC81B11-61AA-4397-8EEC-3C19B4235EDD}" dt="2026-09-29T05:51:44.967" v="847" actId="1076"/>
          <ac:picMkLst>
            <pc:docMk/>
            <pc:sldMk cId="582081673" sldId="280"/>
            <ac:picMk id="70" creationId="{0C2A72F2-C32F-9305-26F4-8347CF23D132}"/>
          </ac:picMkLst>
        </pc:picChg>
        <pc:picChg chg="add mod">
          <ac:chgData name="TUAN NGUYEN" userId="1aeeecde98487fc3" providerId="LiveId" clId="{2AC81B11-61AA-4397-8EEC-3C19B4235EDD}" dt="2026-09-29T05:51:44.967" v="847" actId="1076"/>
          <ac:picMkLst>
            <pc:docMk/>
            <pc:sldMk cId="582081673" sldId="280"/>
            <ac:picMk id="71" creationId="{96208CA4-7805-40BD-E27F-D3CD7EF0B74E}"/>
          </ac:picMkLst>
        </pc:picChg>
        <pc:picChg chg="del">
          <ac:chgData name="TUAN NGUYEN" userId="1aeeecde98487fc3" providerId="LiveId" clId="{2AC81B11-61AA-4397-8EEC-3C19B4235EDD}" dt="2026-09-29T05:51:35.733" v="845" actId="478"/>
          <ac:picMkLst>
            <pc:docMk/>
            <pc:sldMk cId="582081673" sldId="280"/>
            <ac:picMk id="79" creationId="{C4E26CBE-FD87-C791-29B1-86927A428FD0}"/>
          </ac:picMkLst>
        </pc:picChg>
      </pc:sldChg>
      <pc:sldChg chg="addSp delSp modSp del mod modNotesTx">
        <pc:chgData name="TUAN NGUYEN" userId="1aeeecde98487fc3" providerId="LiveId" clId="{2AC81B11-61AA-4397-8EEC-3C19B4235EDD}" dt="2026-09-29T06:19:48.531" v="1443"/>
        <pc:sldMkLst>
          <pc:docMk/>
          <pc:sldMk cId="289600225" sldId="281"/>
        </pc:sldMkLst>
        <pc:spChg chg="mod">
          <ac:chgData name="TUAN NGUYEN" userId="1aeeecde98487fc3" providerId="LiveId" clId="{2AC81B11-61AA-4397-8EEC-3C19B4235EDD}" dt="2026-09-29T06:06:50.273" v="1193" actId="20577"/>
          <ac:spMkLst>
            <pc:docMk/>
            <pc:sldMk cId="289600225" sldId="281"/>
            <ac:spMk id="2" creationId="{6023EDDA-7B61-73E4-D279-BEAB6D16F9F8}"/>
          </ac:spMkLst>
        </pc:spChg>
        <pc:spChg chg="add mod">
          <ac:chgData name="TUAN NGUYEN" userId="1aeeecde98487fc3" providerId="LiveId" clId="{2AC81B11-61AA-4397-8EEC-3C19B4235EDD}" dt="2026-09-29T06:07:19.941" v="1293" actId="20577"/>
          <ac:spMkLst>
            <pc:docMk/>
            <pc:sldMk cId="289600225" sldId="281"/>
            <ac:spMk id="3" creationId="{15CA1009-A3BF-D1C0-A862-ECFD49304F20}"/>
          </ac:spMkLst>
        </pc:spChg>
        <pc:spChg chg="add mod">
          <ac:chgData name="TUAN NGUYEN" userId="1aeeecde98487fc3" providerId="LiveId" clId="{2AC81B11-61AA-4397-8EEC-3C19B4235EDD}" dt="2026-09-29T06:07:26.546" v="1306" actId="20577"/>
          <ac:spMkLst>
            <pc:docMk/>
            <pc:sldMk cId="289600225" sldId="281"/>
            <ac:spMk id="7" creationId="{2D80CDFD-23A4-7DD0-B3BF-03268FF38125}"/>
          </ac:spMkLst>
        </pc:spChg>
        <pc:spChg chg="add mod">
          <ac:chgData name="TUAN NGUYEN" userId="1aeeecde98487fc3" providerId="LiveId" clId="{2AC81B11-61AA-4397-8EEC-3C19B4235EDD}" dt="2026-09-29T06:07:50.942" v="1312"/>
          <ac:spMkLst>
            <pc:docMk/>
            <pc:sldMk cId="289600225" sldId="281"/>
            <ac:spMk id="8" creationId="{39037EA7-24B5-E6CD-6045-50F595962985}"/>
          </ac:spMkLst>
        </pc:spChg>
        <pc:spChg chg="add mod">
          <ac:chgData name="TUAN NGUYEN" userId="1aeeecde98487fc3" providerId="LiveId" clId="{2AC81B11-61AA-4397-8EEC-3C19B4235EDD}" dt="2026-09-29T06:07:50.146" v="1311" actId="1076"/>
          <ac:spMkLst>
            <pc:docMk/>
            <pc:sldMk cId="289600225" sldId="281"/>
            <ac:spMk id="9" creationId="{2C95B37B-3A4E-D41A-2162-A4FDE9825DFD}"/>
          </ac:spMkLst>
        </pc:spChg>
        <pc:spChg chg="add">
          <ac:chgData name="TUAN NGUYEN" userId="1aeeecde98487fc3" providerId="LiveId" clId="{2AC81B11-61AA-4397-8EEC-3C19B4235EDD}" dt="2026-09-29T06:08:03.302" v="1315" actId="22"/>
          <ac:spMkLst>
            <pc:docMk/>
            <pc:sldMk cId="289600225" sldId="281"/>
            <ac:spMk id="11" creationId="{976E01EF-478E-BE13-0BB7-E803A89A6E87}"/>
          </ac:spMkLst>
        </pc:spChg>
        <pc:spChg chg="add mod">
          <ac:chgData name="TUAN NGUYEN" userId="1aeeecde98487fc3" providerId="LiveId" clId="{2AC81B11-61AA-4397-8EEC-3C19B4235EDD}" dt="2026-09-29T06:10:00.776" v="1332"/>
          <ac:spMkLst>
            <pc:docMk/>
            <pc:sldMk cId="289600225" sldId="281"/>
            <ac:spMk id="13" creationId="{0D9F6F89-112C-6529-B53E-2B6BA5D3CD75}"/>
          </ac:spMkLst>
        </pc:spChg>
        <pc:spChg chg="add mod">
          <ac:chgData name="TUAN NGUYEN" userId="1aeeecde98487fc3" providerId="LiveId" clId="{2AC81B11-61AA-4397-8EEC-3C19B4235EDD}" dt="2026-09-29T06:10:00.776" v="1332"/>
          <ac:spMkLst>
            <pc:docMk/>
            <pc:sldMk cId="289600225" sldId="281"/>
            <ac:spMk id="19" creationId="{E1A99FA4-033C-5C82-86B5-B3F44B0B162D}"/>
          </ac:spMkLst>
        </pc:spChg>
        <pc:spChg chg="add mod">
          <ac:chgData name="TUAN NGUYEN" userId="1aeeecde98487fc3" providerId="LiveId" clId="{2AC81B11-61AA-4397-8EEC-3C19B4235EDD}" dt="2026-09-29T06:10:00.776" v="1332"/>
          <ac:spMkLst>
            <pc:docMk/>
            <pc:sldMk cId="289600225" sldId="281"/>
            <ac:spMk id="20" creationId="{EE8FB8F2-4346-6415-5BC0-C8780C529DC4}"/>
          </ac:spMkLst>
        </pc:spChg>
        <pc:spChg chg="add mod">
          <ac:chgData name="TUAN NGUYEN" userId="1aeeecde98487fc3" providerId="LiveId" clId="{2AC81B11-61AA-4397-8EEC-3C19B4235EDD}" dt="2026-09-29T06:10:00.776" v="1332"/>
          <ac:spMkLst>
            <pc:docMk/>
            <pc:sldMk cId="289600225" sldId="281"/>
            <ac:spMk id="21" creationId="{C666F9D1-0E6A-64B5-3DBA-724F7A894CA1}"/>
          </ac:spMkLst>
        </pc:spChg>
        <pc:spChg chg="del">
          <ac:chgData name="TUAN NGUYEN" userId="1aeeecde98487fc3" providerId="LiveId" clId="{2AC81B11-61AA-4397-8EEC-3C19B4235EDD}" dt="2026-09-29T06:07:32.244" v="1307" actId="478"/>
          <ac:spMkLst>
            <pc:docMk/>
            <pc:sldMk cId="289600225" sldId="281"/>
            <ac:spMk id="23" creationId="{582A30CF-B74B-B28A-669D-AAA926DB87A8}"/>
          </ac:spMkLst>
        </pc:spChg>
        <pc:spChg chg="del">
          <ac:chgData name="TUAN NGUYEN" userId="1aeeecde98487fc3" providerId="LiveId" clId="{2AC81B11-61AA-4397-8EEC-3C19B4235EDD}" dt="2026-09-29T06:07:39.079" v="1308" actId="478"/>
          <ac:spMkLst>
            <pc:docMk/>
            <pc:sldMk cId="289600225" sldId="281"/>
            <ac:spMk id="24" creationId="{3703E149-243A-9D7D-5137-1C26C7664F5C}"/>
          </ac:spMkLst>
        </pc:spChg>
        <pc:spChg chg="del">
          <ac:chgData name="TUAN NGUYEN" userId="1aeeecde98487fc3" providerId="LiveId" clId="{2AC81B11-61AA-4397-8EEC-3C19B4235EDD}" dt="2026-09-29T06:07:39.079" v="1308" actId="478"/>
          <ac:spMkLst>
            <pc:docMk/>
            <pc:sldMk cId="289600225" sldId="281"/>
            <ac:spMk id="25" creationId="{64F3BA73-5E3D-53DD-12AB-5020FAB4DB77}"/>
          </ac:spMkLst>
        </pc:spChg>
        <pc:spChg chg="add mod">
          <ac:chgData name="TUAN NGUYEN" userId="1aeeecde98487fc3" providerId="LiveId" clId="{2AC81B11-61AA-4397-8EEC-3C19B4235EDD}" dt="2026-09-29T06:10:00.776" v="1332"/>
          <ac:spMkLst>
            <pc:docMk/>
            <pc:sldMk cId="289600225" sldId="281"/>
            <ac:spMk id="26" creationId="{7C8869AD-4C49-0AC2-D837-F0109C17D629}"/>
          </ac:spMkLst>
        </pc:spChg>
        <pc:spChg chg="add mod">
          <ac:chgData name="TUAN NGUYEN" userId="1aeeecde98487fc3" providerId="LiveId" clId="{2AC81B11-61AA-4397-8EEC-3C19B4235EDD}" dt="2026-09-29T06:10:00.776" v="1332"/>
          <ac:spMkLst>
            <pc:docMk/>
            <pc:sldMk cId="289600225" sldId="281"/>
            <ac:spMk id="27" creationId="{C9F0DD59-EC52-54A9-FA12-177883B547D5}"/>
          </ac:spMkLst>
        </pc:spChg>
        <pc:spChg chg="add mod">
          <ac:chgData name="TUAN NGUYEN" userId="1aeeecde98487fc3" providerId="LiveId" clId="{2AC81B11-61AA-4397-8EEC-3C19B4235EDD}" dt="2026-09-29T06:11:04.319" v="1339"/>
          <ac:spMkLst>
            <pc:docMk/>
            <pc:sldMk cId="289600225" sldId="281"/>
            <ac:spMk id="29" creationId="{550DD2CB-3B90-ACAD-D05F-96319AF7A196}"/>
          </ac:spMkLst>
        </pc:spChg>
        <pc:spChg chg="add mod">
          <ac:chgData name="TUAN NGUYEN" userId="1aeeecde98487fc3" providerId="LiveId" clId="{2AC81B11-61AA-4397-8EEC-3C19B4235EDD}" dt="2026-09-29T06:11:04.319" v="1339"/>
          <ac:spMkLst>
            <pc:docMk/>
            <pc:sldMk cId="289600225" sldId="281"/>
            <ac:spMk id="30" creationId="{A028F115-3FB9-B290-A76F-6AD7559CB130}"/>
          </ac:spMkLst>
        </pc:spChg>
        <pc:spChg chg="add mod">
          <ac:chgData name="TUAN NGUYEN" userId="1aeeecde98487fc3" providerId="LiveId" clId="{2AC81B11-61AA-4397-8EEC-3C19B4235EDD}" dt="2026-09-29T06:11:04.319" v="1339"/>
          <ac:spMkLst>
            <pc:docMk/>
            <pc:sldMk cId="289600225" sldId="281"/>
            <ac:spMk id="31" creationId="{5B1DF701-54C5-2474-DEBF-465CC6C7E53C}"/>
          </ac:spMkLst>
        </pc:spChg>
        <pc:spChg chg="add mod">
          <ac:chgData name="TUAN NGUYEN" userId="1aeeecde98487fc3" providerId="LiveId" clId="{2AC81B11-61AA-4397-8EEC-3C19B4235EDD}" dt="2026-09-29T06:11:04.319" v="1339"/>
          <ac:spMkLst>
            <pc:docMk/>
            <pc:sldMk cId="289600225" sldId="281"/>
            <ac:spMk id="32" creationId="{BDF5944D-8D24-C7E8-93A4-A2D1986A252B}"/>
          </ac:spMkLst>
        </pc:spChg>
        <pc:spChg chg="add mod">
          <ac:chgData name="TUAN NGUYEN" userId="1aeeecde98487fc3" providerId="LiveId" clId="{2AC81B11-61AA-4397-8EEC-3C19B4235EDD}" dt="2026-09-29T06:11:04.319" v="1339"/>
          <ac:spMkLst>
            <pc:docMk/>
            <pc:sldMk cId="289600225" sldId="281"/>
            <ac:spMk id="33" creationId="{91266CD3-A70D-F672-D922-2227713124E7}"/>
          </ac:spMkLst>
        </pc:spChg>
        <pc:spChg chg="add mod">
          <ac:chgData name="TUAN NGUYEN" userId="1aeeecde98487fc3" providerId="LiveId" clId="{2AC81B11-61AA-4397-8EEC-3C19B4235EDD}" dt="2026-09-29T06:11:04.319" v="1339"/>
          <ac:spMkLst>
            <pc:docMk/>
            <pc:sldMk cId="289600225" sldId="281"/>
            <ac:spMk id="34" creationId="{83620210-B8B8-3C3E-5EC7-7820D9C30A1C}"/>
          </ac:spMkLst>
        </pc:spChg>
        <pc:graphicFrameChg chg="del">
          <ac:chgData name="TUAN NGUYEN" userId="1aeeecde98487fc3" providerId="LiveId" clId="{2AC81B11-61AA-4397-8EEC-3C19B4235EDD}" dt="2026-09-29T06:07:39.079" v="1308" actId="478"/>
          <ac:graphicFrameMkLst>
            <pc:docMk/>
            <pc:sldMk cId="289600225" sldId="281"/>
            <ac:graphicFrameMk id="22" creationId="{DB250AF8-95B7-D868-B78A-121C338F2A88}"/>
          </ac:graphicFrameMkLst>
        </pc:graphicFrameChg>
        <pc:picChg chg="add mod">
          <ac:chgData name="TUAN NGUYEN" userId="1aeeecde98487fc3" providerId="LiveId" clId="{2AC81B11-61AA-4397-8EEC-3C19B4235EDD}" dt="2026-09-29T06:10:00.776" v="1332"/>
          <ac:picMkLst>
            <pc:docMk/>
            <pc:sldMk cId="289600225" sldId="281"/>
            <ac:picMk id="12" creationId="{066420EA-4C2F-544D-DB94-599D22F66DC7}"/>
          </ac:picMkLst>
        </pc:picChg>
        <pc:picChg chg="add mod">
          <ac:chgData name="TUAN NGUYEN" userId="1aeeecde98487fc3" providerId="LiveId" clId="{2AC81B11-61AA-4397-8EEC-3C19B4235EDD}" dt="2026-09-29T06:13:35.647" v="1346" actId="1076"/>
          <ac:picMkLst>
            <pc:docMk/>
            <pc:sldMk cId="289600225" sldId="281"/>
            <ac:picMk id="28" creationId="{E4746E82-8F6C-C682-75AF-C8904BFA9FAB}"/>
          </ac:picMkLst>
        </pc:picChg>
        <pc:picChg chg="add mod">
          <ac:chgData name="TUAN NGUYEN" userId="1aeeecde98487fc3" providerId="LiveId" clId="{2AC81B11-61AA-4397-8EEC-3C19B4235EDD}" dt="2026-09-29T06:13:38.590" v="1347" actId="1076"/>
          <ac:picMkLst>
            <pc:docMk/>
            <pc:sldMk cId="289600225" sldId="281"/>
            <ac:picMk id="35" creationId="{B94053C4-7F25-60F8-0196-6BAFC6C20A16}"/>
          </ac:picMkLst>
        </pc:picChg>
      </pc:sldChg>
      <pc:sldChg chg="modSp del mod">
        <pc:chgData name="TUAN NGUYEN" userId="1aeeecde98487fc3" providerId="LiveId" clId="{2AC81B11-61AA-4397-8EEC-3C19B4235EDD}" dt="2026-09-29T06:14:48.839" v="1352" actId="47"/>
        <pc:sldMkLst>
          <pc:docMk/>
          <pc:sldMk cId="1803644082" sldId="283"/>
        </pc:sldMkLst>
        <pc:spChg chg="mod">
          <ac:chgData name="TUAN NGUYEN" userId="1aeeecde98487fc3" providerId="LiveId" clId="{2AC81B11-61AA-4397-8EEC-3C19B4235EDD}" dt="2026-09-29T05:38:54.966" v="441" actId="14100"/>
          <ac:spMkLst>
            <pc:docMk/>
            <pc:sldMk cId="1803644082" sldId="283"/>
            <ac:spMk id="23" creationId="{41BB4F5B-4133-2334-E979-BDC511B620BF}"/>
          </ac:spMkLst>
        </pc:spChg>
      </pc:sldChg>
      <pc:sldChg chg="del">
        <pc:chgData name="TUAN NGUYEN" userId="1aeeecde98487fc3" providerId="LiveId" clId="{2AC81B11-61AA-4397-8EEC-3C19B4235EDD}" dt="2026-09-29T05:19:53.031" v="133" actId="47"/>
        <pc:sldMkLst>
          <pc:docMk/>
          <pc:sldMk cId="0" sldId="284"/>
        </pc:sldMkLst>
      </pc:sldChg>
      <pc:sldChg chg="del">
        <pc:chgData name="TUAN NGUYEN" userId="1aeeecde98487fc3" providerId="LiveId" clId="{2AC81B11-61AA-4397-8EEC-3C19B4235EDD}" dt="2026-09-29T06:14:25.555" v="1351" actId="47"/>
        <pc:sldMkLst>
          <pc:docMk/>
          <pc:sldMk cId="0" sldId="285"/>
        </pc:sldMkLst>
      </pc:sldChg>
      <pc:sldChg chg="modSp new del mod">
        <pc:chgData name="TUAN NGUYEN" userId="1aeeecde98487fc3" providerId="LiveId" clId="{2AC81B11-61AA-4397-8EEC-3C19B4235EDD}" dt="2026-09-29T05:32:55.789" v="274" actId="47"/>
        <pc:sldMkLst>
          <pc:docMk/>
          <pc:sldMk cId="1340431539" sldId="286"/>
        </pc:sldMkLst>
        <pc:spChg chg="mod">
          <ac:chgData name="TUAN NGUYEN" userId="1aeeecde98487fc3" providerId="LiveId" clId="{2AC81B11-61AA-4397-8EEC-3C19B4235EDD}" dt="2026-09-29T05:24:48.802" v="142"/>
          <ac:spMkLst>
            <pc:docMk/>
            <pc:sldMk cId="1340431539" sldId="286"/>
            <ac:spMk id="2" creationId="{01114E8C-2DDB-A0E2-BAE1-5469BC22A362}"/>
          </ac:spMkLst>
        </pc:spChg>
        <pc:spChg chg="mod">
          <ac:chgData name="TUAN NGUYEN" userId="1aeeecde98487fc3" providerId="LiveId" clId="{2AC81B11-61AA-4397-8EEC-3C19B4235EDD}" dt="2026-09-29T05:26:32.589" v="172"/>
          <ac:spMkLst>
            <pc:docMk/>
            <pc:sldMk cId="1340431539" sldId="286"/>
            <ac:spMk id="3" creationId="{66888514-F368-6A8B-9C3C-A48888CF1DD6}"/>
          </ac:spMkLst>
        </pc:spChg>
      </pc:sldChg>
      <pc:sldChg chg="modSp new del mod">
        <pc:chgData name="TUAN NGUYEN" userId="1aeeecde98487fc3" providerId="LiveId" clId="{2AC81B11-61AA-4397-8EEC-3C19B4235EDD}" dt="2026-09-29T06:14:19.467" v="1349" actId="47"/>
        <pc:sldMkLst>
          <pc:docMk/>
          <pc:sldMk cId="2308390048" sldId="287"/>
        </pc:sldMkLst>
        <pc:spChg chg="mod">
          <ac:chgData name="TUAN NGUYEN" userId="1aeeecde98487fc3" providerId="LiveId" clId="{2AC81B11-61AA-4397-8EEC-3C19B4235EDD}" dt="2026-09-29T05:24:48.804" v="144"/>
          <ac:spMkLst>
            <pc:docMk/>
            <pc:sldMk cId="2308390048" sldId="287"/>
            <ac:spMk id="2" creationId="{8AF3539C-F841-6047-6454-48B56B9C14F2}"/>
          </ac:spMkLst>
        </pc:spChg>
        <pc:spChg chg="mod">
          <ac:chgData name="TUAN NGUYEN" userId="1aeeecde98487fc3" providerId="LiveId" clId="{2AC81B11-61AA-4397-8EEC-3C19B4235EDD}" dt="2026-09-29T05:26:32.552" v="166"/>
          <ac:spMkLst>
            <pc:docMk/>
            <pc:sldMk cId="2308390048" sldId="287"/>
            <ac:spMk id="3" creationId="{70DBF2FB-D7CB-35CB-3545-20C78072F6A3}"/>
          </ac:spMkLst>
        </pc:spChg>
      </pc:sldChg>
      <pc:sldChg chg="modSp new del mod">
        <pc:chgData name="TUAN NGUYEN" userId="1aeeecde98487fc3" providerId="LiveId" clId="{2AC81B11-61AA-4397-8EEC-3C19B4235EDD}" dt="2026-09-29T05:25:03.656" v="153"/>
        <pc:sldMkLst>
          <pc:docMk/>
          <pc:sldMk cId="3169776168" sldId="288"/>
        </pc:sldMkLst>
        <pc:spChg chg="mod">
          <ac:chgData name="TUAN NGUYEN" userId="1aeeecde98487fc3" providerId="LiveId" clId="{2AC81B11-61AA-4397-8EEC-3C19B4235EDD}" dt="2026-09-29T05:24:48.809" v="146"/>
          <ac:spMkLst>
            <pc:docMk/>
            <pc:sldMk cId="3169776168" sldId="288"/>
            <ac:spMk id="2" creationId="{D60FDEB7-824F-66F8-510C-D8F57619F0D4}"/>
          </ac:spMkLst>
        </pc:spChg>
        <pc:spChg chg="mod">
          <ac:chgData name="TUAN NGUYEN" userId="1aeeecde98487fc3" providerId="LiveId" clId="{2AC81B11-61AA-4397-8EEC-3C19B4235EDD}" dt="2026-09-29T05:24:48.810" v="147"/>
          <ac:spMkLst>
            <pc:docMk/>
            <pc:sldMk cId="3169776168" sldId="288"/>
            <ac:spMk id="3" creationId="{0D5F1A1C-F836-A4EE-234F-37873E7D8AE4}"/>
          </ac:spMkLst>
        </pc:spChg>
      </pc:sldChg>
      <pc:sldChg chg="addSp modSp new del mod modClrScheme chgLayout">
        <pc:chgData name="TUAN NGUYEN" userId="1aeeecde98487fc3" providerId="LiveId" clId="{2AC81B11-61AA-4397-8EEC-3C19B4235EDD}" dt="2026-09-29T06:14:19.467" v="1349" actId="47"/>
        <pc:sldMkLst>
          <pc:docMk/>
          <pc:sldMk cId="3879654089" sldId="289"/>
        </pc:sldMkLst>
        <pc:spChg chg="mod ord">
          <ac:chgData name="TUAN NGUYEN" userId="1aeeecde98487fc3" providerId="LiveId" clId="{2AC81B11-61AA-4397-8EEC-3C19B4235EDD}" dt="2026-09-29T05:24:48.811" v="148"/>
          <ac:spMkLst>
            <pc:docMk/>
            <pc:sldMk cId="3879654089" sldId="289"/>
            <ac:spMk id="2" creationId="{9F09550F-9756-23E9-ABFA-86E0BEE6FB51}"/>
          </ac:spMkLst>
        </pc:spChg>
        <pc:spChg chg="add mod ord">
          <ac:chgData name="TUAN NGUYEN" userId="1aeeecde98487fc3" providerId="LiveId" clId="{2AC81B11-61AA-4397-8EEC-3C19B4235EDD}" dt="2026-09-29T05:26:32.581" v="168"/>
          <ac:spMkLst>
            <pc:docMk/>
            <pc:sldMk cId="3879654089" sldId="289"/>
            <ac:spMk id="3" creationId="{BFBEABC1-9040-2399-EF40-9B9F333E86F4}"/>
          </ac:spMkLst>
        </pc:spChg>
      </pc:sldChg>
      <pc:sldChg chg="modSp new del mod">
        <pc:chgData name="TUAN NGUYEN" userId="1aeeecde98487fc3" providerId="LiveId" clId="{2AC81B11-61AA-4397-8EEC-3C19B4235EDD}" dt="2026-09-29T06:14:19.467" v="1349" actId="47"/>
        <pc:sldMkLst>
          <pc:docMk/>
          <pc:sldMk cId="3230222082" sldId="290"/>
        </pc:sldMkLst>
        <pc:spChg chg="mod">
          <ac:chgData name="TUAN NGUYEN" userId="1aeeecde98487fc3" providerId="LiveId" clId="{2AC81B11-61AA-4397-8EEC-3C19B4235EDD}" dt="2026-09-29T05:24:48.815" v="150"/>
          <ac:spMkLst>
            <pc:docMk/>
            <pc:sldMk cId="3230222082" sldId="290"/>
            <ac:spMk id="2" creationId="{6183A0E5-BE70-0AF0-0596-D3A9C27DE23B}"/>
          </ac:spMkLst>
        </pc:spChg>
        <pc:spChg chg="mod">
          <ac:chgData name="TUAN NGUYEN" userId="1aeeecde98487fc3" providerId="LiveId" clId="{2AC81B11-61AA-4397-8EEC-3C19B4235EDD}" dt="2026-09-29T05:26:32.585" v="170"/>
          <ac:spMkLst>
            <pc:docMk/>
            <pc:sldMk cId="3230222082" sldId="290"/>
            <ac:spMk id="3" creationId="{11F790D4-3ADB-9041-9922-027157864D6A}"/>
          </ac:spMkLst>
        </pc:spChg>
      </pc:sldChg>
      <pc:sldChg chg="add del">
        <pc:chgData name="TUAN NGUYEN" userId="1aeeecde98487fc3" providerId="LiveId" clId="{2AC81B11-61AA-4397-8EEC-3C19B4235EDD}" dt="2026-09-29T05:25:17.565" v="155"/>
        <pc:sldMkLst>
          <pc:docMk/>
          <pc:sldMk cId="430192097" sldId="291"/>
        </pc:sldMkLst>
      </pc:sldChg>
      <pc:sldChg chg="add del">
        <pc:chgData name="TUAN NGUYEN" userId="1aeeecde98487fc3" providerId="LiveId" clId="{2AC81B11-61AA-4397-8EEC-3C19B4235EDD}" dt="2026-09-29T05:25:32.047" v="157"/>
        <pc:sldMkLst>
          <pc:docMk/>
          <pc:sldMk cId="3875744931" sldId="292"/>
        </pc:sldMkLst>
      </pc:sldChg>
      <pc:sldChg chg="add del">
        <pc:chgData name="TUAN NGUYEN" userId="1aeeecde98487fc3" providerId="LiveId" clId="{2AC81B11-61AA-4397-8EEC-3C19B4235EDD}" dt="2026-09-29T05:25:46.850" v="159"/>
        <pc:sldMkLst>
          <pc:docMk/>
          <pc:sldMk cId="2132646848" sldId="293"/>
        </pc:sldMkLst>
      </pc:sldChg>
      <pc:sldChg chg="add del">
        <pc:chgData name="TUAN NGUYEN" userId="1aeeecde98487fc3" providerId="LiveId" clId="{2AC81B11-61AA-4397-8EEC-3C19B4235EDD}" dt="2026-09-29T05:25:58.680" v="161"/>
        <pc:sldMkLst>
          <pc:docMk/>
          <pc:sldMk cId="1132776834" sldId="294"/>
        </pc:sldMkLst>
      </pc:sldChg>
      <pc:sldChg chg="add del">
        <pc:chgData name="TUAN NGUYEN" userId="1aeeecde98487fc3" providerId="LiveId" clId="{2AC81B11-61AA-4397-8EEC-3C19B4235EDD}" dt="2026-09-29T06:14:19.467" v="1349" actId="47"/>
        <pc:sldMkLst>
          <pc:docMk/>
          <pc:sldMk cId="2793606084" sldId="295"/>
        </pc:sldMkLst>
      </pc:sldChg>
      <pc:sldChg chg="addSp delSp modSp add del mod">
        <pc:chgData name="TUAN NGUYEN" userId="1aeeecde98487fc3" providerId="LiveId" clId="{2AC81B11-61AA-4397-8EEC-3C19B4235EDD}" dt="2026-09-29T06:17:34.148" v="1439"/>
        <pc:sldMkLst>
          <pc:docMk/>
          <pc:sldMk cId="3331857346" sldId="296"/>
        </pc:sldMkLst>
        <pc:spChg chg="mod">
          <ac:chgData name="TUAN NGUYEN" userId="1aeeecde98487fc3" providerId="LiveId" clId="{2AC81B11-61AA-4397-8EEC-3C19B4235EDD}" dt="2026-09-29T06:15:16.221" v="1405" actId="20577"/>
          <ac:spMkLst>
            <pc:docMk/>
            <pc:sldMk cId="3331857346" sldId="296"/>
            <ac:spMk id="3" creationId="{57531F41-B899-2DE2-D495-88AB1A1CC02E}"/>
          </ac:spMkLst>
        </pc:spChg>
        <pc:spChg chg="mod">
          <ac:chgData name="TUAN NGUYEN" userId="1aeeecde98487fc3" providerId="LiveId" clId="{2AC81B11-61AA-4397-8EEC-3C19B4235EDD}" dt="2026-09-29T06:15:25.559" v="1433" actId="20577"/>
          <ac:spMkLst>
            <pc:docMk/>
            <pc:sldMk cId="3331857346" sldId="296"/>
            <ac:spMk id="7" creationId="{91596F8F-B11F-4E23-977B-096E8ECE9CE6}"/>
          </ac:spMkLst>
        </pc:spChg>
        <pc:picChg chg="add mod">
          <ac:chgData name="TUAN NGUYEN" userId="1aeeecde98487fc3" providerId="LiveId" clId="{2AC81B11-61AA-4397-8EEC-3C19B4235EDD}" dt="2026-09-29T06:16:39.675" v="1437"/>
          <ac:picMkLst>
            <pc:docMk/>
            <pc:sldMk cId="3331857346" sldId="296"/>
            <ac:picMk id="8" creationId="{BE02BFB3-77CF-9889-7AD4-B38298473C8B}"/>
          </ac:picMkLst>
        </pc:picChg>
        <pc:picChg chg="del">
          <ac:chgData name="TUAN NGUYEN" userId="1aeeecde98487fc3" providerId="LiveId" clId="{2AC81B11-61AA-4397-8EEC-3C19B4235EDD}" dt="2026-09-29T06:16:02.478" v="1434" actId="478"/>
          <ac:picMkLst>
            <pc:docMk/>
            <pc:sldMk cId="3331857346" sldId="296"/>
            <ac:picMk id="28" creationId="{3170ACF8-92CB-46FC-E017-8990AE227DDD}"/>
          </ac:picMkLst>
        </pc:picChg>
        <pc:picChg chg="del">
          <ac:chgData name="TUAN NGUYEN" userId="1aeeecde98487fc3" providerId="LiveId" clId="{2AC81B11-61AA-4397-8EEC-3C19B4235EDD}" dt="2026-09-29T06:16:04.333" v="1435" actId="478"/>
          <ac:picMkLst>
            <pc:docMk/>
            <pc:sldMk cId="3331857346" sldId="296"/>
            <ac:picMk id="35" creationId="{CC3BF72A-5630-B6D2-6A3F-56532A6ADDE1}"/>
          </ac:picMkLst>
        </pc:picChg>
      </pc:sldChg>
      <pc:sldChg chg="add del">
        <pc:chgData name="TUAN NGUYEN" userId="1aeeecde98487fc3" providerId="LiveId" clId="{2AC81B11-61AA-4397-8EEC-3C19B4235EDD}" dt="2026-09-29T06:17:57.934" v="1441"/>
        <pc:sldMkLst>
          <pc:docMk/>
          <pc:sldMk cId="2950842796" sldId="297"/>
        </pc:sldMkLst>
      </pc:sldChg>
      <pc:sldChg chg="add">
        <pc:chgData name="TUAN NGUYEN" userId="1aeeecde98487fc3" providerId="LiveId" clId="{2AC81B11-61AA-4397-8EEC-3C19B4235EDD}" dt="2026-09-29T06:17:57.929" v="1440"/>
        <pc:sldMkLst>
          <pc:docMk/>
          <pc:sldMk cId="709724566" sldId="298"/>
        </pc:sldMkLst>
      </pc:sldChg>
      <pc:sldChg chg="add del">
        <pc:chgData name="TUAN NGUYEN" userId="1aeeecde98487fc3" providerId="LiveId" clId="{2AC81B11-61AA-4397-8EEC-3C19B4235EDD}" dt="2026-09-29T06:20:06.339" v="1446"/>
        <pc:sldMkLst>
          <pc:docMk/>
          <pc:sldMk cId="3676347017" sldId="299"/>
        </pc:sldMkLst>
      </pc:sldChg>
      <pc:sldChg chg="add">
        <pc:chgData name="TUAN NGUYEN" userId="1aeeecde98487fc3" providerId="LiveId" clId="{2AC81B11-61AA-4397-8EEC-3C19B4235EDD}" dt="2026-09-29T06:20:06.334" v="1445"/>
        <pc:sldMkLst>
          <pc:docMk/>
          <pc:sldMk cId="168971927" sldId="300"/>
        </pc:sldMkLst>
      </pc:sldChg>
      <pc:sldChg chg="add del">
        <pc:chgData name="TUAN NGUYEN" userId="1aeeecde98487fc3" providerId="LiveId" clId="{2AC81B11-61AA-4397-8EEC-3C19B4235EDD}" dt="2026-09-29T06:22:13.328" v="1450"/>
        <pc:sldMkLst>
          <pc:docMk/>
          <pc:sldMk cId="613937850" sldId="301"/>
        </pc:sldMkLst>
      </pc:sldChg>
      <pc:sldChg chg="add del">
        <pc:chgData name="TUAN NGUYEN" userId="1aeeecde98487fc3" providerId="LiveId" clId="{2AC81B11-61AA-4397-8EEC-3C19B4235EDD}" dt="2026-09-29T06:22:29.132" v="1452"/>
        <pc:sldMkLst>
          <pc:docMk/>
          <pc:sldMk cId="2710117909" sldId="302"/>
        </pc:sldMkLst>
      </pc:sldChg>
      <pc:sldChg chg="add">
        <pc:chgData name="TUAN NGUYEN" userId="1aeeecde98487fc3" providerId="LiveId" clId="{2AC81B11-61AA-4397-8EEC-3C19B4235EDD}" dt="2026-09-29T06:22:29.107" v="1451"/>
        <pc:sldMkLst>
          <pc:docMk/>
          <pc:sldMk cId="2754577403" sldId="303"/>
        </pc:sldMkLst>
      </pc:sldChg>
      <pc:sldChg chg="add del">
        <pc:chgData name="TUAN NGUYEN" userId="1aeeecde98487fc3" providerId="LiveId" clId="{2AC81B11-61AA-4397-8EEC-3C19B4235EDD}" dt="2026-09-29T06:24:43.308" v="1455"/>
        <pc:sldMkLst>
          <pc:docMk/>
          <pc:sldMk cId="2639347556" sldId="304"/>
        </pc:sldMkLst>
      </pc:sldChg>
      <pc:sldChg chg="add del">
        <pc:chgData name="TUAN NGUYEN" userId="1aeeecde98487fc3" providerId="LiveId" clId="{2AC81B11-61AA-4397-8EEC-3C19B4235EDD}" dt="2026-09-29T06:24:58.488" v="1457"/>
        <pc:sldMkLst>
          <pc:docMk/>
          <pc:sldMk cId="185913800" sldId="305"/>
        </pc:sldMkLst>
      </pc:sldChg>
      <pc:sldChg chg="modSp add mod">
        <pc:chgData name="TUAN NGUYEN" userId="1aeeecde98487fc3" providerId="LiveId" clId="{2AC81B11-61AA-4397-8EEC-3C19B4235EDD}" dt="2026-09-29T06:25:12.381" v="1458"/>
        <pc:sldMkLst>
          <pc:docMk/>
          <pc:sldMk cId="13675389" sldId="306"/>
        </pc:sldMkLst>
        <pc:spChg chg="mod">
          <ac:chgData name="TUAN NGUYEN" userId="1aeeecde98487fc3" providerId="LiveId" clId="{2AC81B11-61AA-4397-8EEC-3C19B4235EDD}" dt="2026-09-29T06:25:12.381" v="1458"/>
          <ac:spMkLst>
            <pc:docMk/>
            <pc:sldMk cId="13675389" sldId="306"/>
            <ac:spMk id="34" creationId="{00000000-0000-0000-0000-000000000000}"/>
          </ac:spMkLst>
        </pc:spChg>
      </pc:sldChg>
      <pc:sldChg chg="add del ord">
        <pc:chgData name="TUAN NGUYEN" userId="1aeeecde98487fc3" providerId="LiveId" clId="{2AC81B11-61AA-4397-8EEC-3C19B4235EDD}" dt="2026-09-29T06:27:12.575" v="1462"/>
        <pc:sldMkLst>
          <pc:docMk/>
          <pc:sldMk cId="275814038" sldId="307"/>
        </pc:sldMkLst>
      </pc:sldChg>
      <pc:sldChg chg="add modNotesTx">
        <pc:chgData name="TUAN NGUYEN" userId="1aeeecde98487fc3" providerId="LiveId" clId="{2AC81B11-61AA-4397-8EEC-3C19B4235EDD}" dt="2026-09-29T06:28:26.108" v="1494" actId="20577"/>
        <pc:sldMkLst>
          <pc:docMk/>
          <pc:sldMk cId="1452504256" sldId="308"/>
        </pc:sldMkLst>
      </pc:sldChg>
      <pc:sldMasterChg chg="del delSldLayout">
        <pc:chgData name="TUAN NGUYEN" userId="1aeeecde98487fc3" providerId="LiveId" clId="{2AC81B11-61AA-4397-8EEC-3C19B4235EDD}" dt="2026-09-29T05:20:00.194" v="135" actId="47"/>
        <pc:sldMasterMkLst>
          <pc:docMk/>
          <pc:sldMasterMk cId="2438160052" sldId="2147483661"/>
        </pc:sldMasterMkLst>
        <pc:sldLayoutChg chg="del">
          <pc:chgData name="TUAN NGUYEN" userId="1aeeecde98487fc3" providerId="LiveId" clId="{2AC81B11-61AA-4397-8EEC-3C19B4235EDD}" dt="2026-09-29T05:19:43.272" v="131" actId="47"/>
          <pc:sldLayoutMkLst>
            <pc:docMk/>
            <pc:sldMasterMk cId="2438160052" sldId="2147483661"/>
            <pc:sldLayoutMk cId="4099325854" sldId="2147483662"/>
          </pc:sldLayoutMkLst>
        </pc:sldLayoutChg>
        <pc:sldLayoutChg chg="del">
          <pc:chgData name="TUAN NGUYEN" userId="1aeeecde98487fc3" providerId="LiveId" clId="{2AC81B11-61AA-4397-8EEC-3C19B4235EDD}" dt="2026-09-29T05:20:00.194" v="135" actId="47"/>
          <pc:sldLayoutMkLst>
            <pc:docMk/>
            <pc:sldMasterMk cId="2438160052" sldId="2147483661"/>
            <pc:sldLayoutMk cId="1428234868" sldId="2147483663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42603" cy="467203"/>
          </a:xfrm>
          <a:prstGeom prst="rect">
            <a:avLst/>
          </a:prstGeom>
        </p:spPr>
        <p:txBody>
          <a:bodyPr vert="horz" lIns="91522" tIns="45761" rIns="91522" bIns="45761" rtlCol="0"/>
          <a:lstStyle>
            <a:lvl1pPr algn="l">
              <a:defRPr sz="1200" smtClean="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5734" y="1"/>
            <a:ext cx="3042603" cy="467203"/>
          </a:xfrm>
          <a:prstGeom prst="rect">
            <a:avLst/>
          </a:prstGeom>
        </p:spPr>
        <p:txBody>
          <a:bodyPr vert="horz" wrap="square" lIns="91522" tIns="45761" rIns="91522" bIns="4576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8EAE486-2AB8-5A4C-816B-CE1687CF82ED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38723"/>
            <a:ext cx="3042603" cy="467203"/>
          </a:xfrm>
          <a:prstGeom prst="rect">
            <a:avLst/>
          </a:prstGeom>
        </p:spPr>
        <p:txBody>
          <a:bodyPr vert="horz" lIns="91522" tIns="45761" rIns="91522" bIns="45761" rtlCol="0" anchor="b"/>
          <a:lstStyle>
            <a:lvl1pPr algn="l">
              <a:defRPr sz="1200" smtClean="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5734" y="8838723"/>
            <a:ext cx="3042603" cy="467203"/>
          </a:xfrm>
          <a:prstGeom prst="rect">
            <a:avLst/>
          </a:prstGeom>
        </p:spPr>
        <p:txBody>
          <a:bodyPr vert="horz" wrap="square" lIns="91522" tIns="45761" rIns="91522" bIns="4576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F6DAAC1-F55D-6544-9A9F-535BE0FE3B8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630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42603" cy="467203"/>
          </a:xfrm>
          <a:prstGeom prst="rect">
            <a:avLst/>
          </a:prstGeom>
        </p:spPr>
        <p:txBody>
          <a:bodyPr vert="horz" lIns="93262" tIns="46631" rIns="93262" bIns="46631" rtlCol="0"/>
          <a:lstStyle>
            <a:lvl1pPr algn="l">
              <a:defRPr sz="1200" smtClean="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5734" y="1"/>
            <a:ext cx="3042603" cy="467203"/>
          </a:xfrm>
          <a:prstGeom prst="rect">
            <a:avLst/>
          </a:prstGeom>
        </p:spPr>
        <p:txBody>
          <a:bodyPr vert="horz" wrap="square" lIns="93262" tIns="46631" rIns="93262" bIns="4663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02BFBF8-87E8-0C46-814C-029473C9CAD2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4113" y="1162050"/>
            <a:ext cx="4711700" cy="3141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62" tIns="46631" rIns="93262" bIns="4663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30" y="4478159"/>
            <a:ext cx="5614668" cy="3664526"/>
          </a:xfrm>
          <a:prstGeom prst="rect">
            <a:avLst/>
          </a:prstGeom>
        </p:spPr>
        <p:txBody>
          <a:bodyPr vert="horz" lIns="93262" tIns="46631" rIns="93262" bIns="46631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38723"/>
            <a:ext cx="3042603" cy="467203"/>
          </a:xfrm>
          <a:prstGeom prst="rect">
            <a:avLst/>
          </a:prstGeom>
        </p:spPr>
        <p:txBody>
          <a:bodyPr vert="horz" lIns="93262" tIns="46631" rIns="93262" bIns="46631" rtlCol="0" anchor="b"/>
          <a:lstStyle>
            <a:lvl1pPr algn="l">
              <a:defRPr sz="1200" smtClean="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5734" y="8838723"/>
            <a:ext cx="3042603" cy="467203"/>
          </a:xfrm>
          <a:prstGeom prst="rect">
            <a:avLst/>
          </a:prstGeom>
        </p:spPr>
        <p:txBody>
          <a:bodyPr vert="horz" wrap="square" lIns="93262" tIns="46631" rIns="93262" bIns="4663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03722F3-2533-2846-A48F-9C720EB2471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767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571477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142954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714431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285909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857386" algn="l" defTabSz="114295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8863" algn="l" defTabSz="114295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00340" algn="l" defTabSz="114295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71817" algn="l" defTabSz="114295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722F3-2533-2846-A48F-9C720EB247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59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722F3-2533-2846-A48F-9C720EB247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848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02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B0D9E-6549-9FC4-B94F-FB7368E6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2B9F6-FE2E-BDAC-249D-22E3128F4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DE6DD-D2C9-87CE-2B7E-D34371A79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08427-7122-5E9D-8764-35BD72B9C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722F3-2533-2846-A48F-9C720EB2471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686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4BA2B-EBD1-948F-2A3A-ED2EFCA1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EC0A1-6E85-65FB-9B19-80F6E0EE4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E4177-5187-F00A-D800-FFD318B6A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DE288-BCA6-B78C-CEC7-096C4C659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722F3-2533-2846-A48F-9C720EB2471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10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4BA2B-EBD1-948F-2A3A-ED2EFCA1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EC0A1-6E85-65FB-9B19-80F6E0EE4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E4177-5187-F00A-D800-FFD318B6A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DE288-BCA6-B78C-CEC7-096C4C659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722F3-2533-2846-A48F-9C720EB2471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10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F5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 for professor: </a:t>
            </a:r>
            <a:br>
              <a:rPr lang="en-US" sz="1400" dirty="0">
                <a:solidFill>
                  <a:srgbClr val="F5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400" dirty="0">
                <a:solidFill>
                  <a:srgbClr val="F5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1) Does a multi-year raw dataset of 5–10 GB satisfy the size guidance?</a:t>
            </a:r>
            <a:endParaRPr lang="en-US" sz="14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2) </a:t>
            </a:r>
            <a:r>
              <a:rPr lang="en-US" sz="1400" dirty="0">
                <a:solidFill>
                  <a:srgbClr val="F5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replaying real recorded data through Kafka acceptable as the stream?</a:t>
            </a:r>
            <a:endParaRPr lang="en-US" sz="1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722F3-2533-2846-A48F-9C720EB2471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596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2"/>
            <a:ext cx="27980640" cy="4704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04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808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213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617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022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426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831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235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EABD84-CF29-AC4D-BB65-FC6EA6B2F3A3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AC06D-30C1-2545-9438-DC3DC9EB42B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34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8A3660-66F6-2A43-9AD8-CAAE8DA7A485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F6EB9F-D349-D54B-9F90-093004DA19D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24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2"/>
            <a:ext cx="27980640" cy="4358640"/>
          </a:xfrm>
        </p:spPr>
        <p:txBody>
          <a:bodyPr anchor="t"/>
          <a:lstStyle>
            <a:lvl1pPr algn="l">
              <a:defRPr sz="123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3"/>
            <a:ext cx="27980640" cy="4800598"/>
          </a:xfrm>
        </p:spPr>
        <p:txBody>
          <a:bodyPr anchor="b"/>
          <a:lstStyle>
            <a:lvl1pPr marL="0" indent="0">
              <a:buNone/>
              <a:defRPr sz="6160">
                <a:solidFill>
                  <a:schemeClr val="tx1">
                    <a:tint val="75000"/>
                  </a:schemeClr>
                </a:solidFill>
              </a:defRPr>
            </a:lvl1pPr>
            <a:lvl2pPr marL="1404489" indent="0">
              <a:buNone/>
              <a:defRPr sz="5488">
                <a:solidFill>
                  <a:schemeClr val="tx1">
                    <a:tint val="75000"/>
                  </a:schemeClr>
                </a:solidFill>
              </a:defRPr>
            </a:lvl2pPr>
            <a:lvl3pPr marL="2808978" indent="0">
              <a:buNone/>
              <a:defRPr sz="4928">
                <a:solidFill>
                  <a:schemeClr val="tx1">
                    <a:tint val="75000"/>
                  </a:schemeClr>
                </a:solidFill>
              </a:defRPr>
            </a:lvl3pPr>
            <a:lvl4pPr marL="4213467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4pPr>
            <a:lvl5pPr marL="5617957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5pPr>
            <a:lvl6pPr marL="7022446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6pPr>
            <a:lvl7pPr marL="8426935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7pPr>
            <a:lvl8pPr marL="9831424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8pPr>
            <a:lvl9pPr marL="11235913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8FE39D-C21C-344F-8517-83E7882B320F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33D62-8221-1A46-B643-D885C3AA0DE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72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7760" y="12288523"/>
            <a:ext cx="44165520" cy="34762438"/>
          </a:xfrm>
        </p:spPr>
        <p:txBody>
          <a:bodyPr/>
          <a:lstStyle>
            <a:lvl1pPr>
              <a:defRPr sz="8624"/>
            </a:lvl1pPr>
            <a:lvl2pPr>
              <a:defRPr sz="7392"/>
            </a:lvl2pPr>
            <a:lvl3pPr>
              <a:defRPr sz="6160"/>
            </a:lvl3pPr>
            <a:lvl4pPr>
              <a:defRPr sz="5488"/>
            </a:lvl4pPr>
            <a:lvl5pPr>
              <a:defRPr sz="5488"/>
            </a:lvl5pPr>
            <a:lvl6pPr>
              <a:defRPr sz="5488"/>
            </a:lvl6pPr>
            <a:lvl7pPr>
              <a:defRPr sz="5488"/>
            </a:lvl7pPr>
            <a:lvl8pPr>
              <a:defRPr sz="5488"/>
            </a:lvl8pPr>
            <a:lvl9pPr>
              <a:defRPr sz="5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51920" y="12288523"/>
            <a:ext cx="44165520" cy="34762438"/>
          </a:xfrm>
        </p:spPr>
        <p:txBody>
          <a:bodyPr/>
          <a:lstStyle>
            <a:lvl1pPr>
              <a:defRPr sz="8624"/>
            </a:lvl1pPr>
            <a:lvl2pPr>
              <a:defRPr sz="7392"/>
            </a:lvl2pPr>
            <a:lvl3pPr>
              <a:defRPr sz="6160"/>
            </a:lvl3pPr>
            <a:lvl4pPr>
              <a:defRPr sz="5488"/>
            </a:lvl4pPr>
            <a:lvl5pPr>
              <a:defRPr sz="5488"/>
            </a:lvl5pPr>
            <a:lvl6pPr>
              <a:defRPr sz="5488"/>
            </a:lvl6pPr>
            <a:lvl7pPr>
              <a:defRPr sz="5488"/>
            </a:lvl7pPr>
            <a:lvl8pPr>
              <a:defRPr sz="5488"/>
            </a:lvl8pPr>
            <a:lvl9pPr>
              <a:defRPr sz="5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CF47A4-25DE-B64B-A892-D07A3737C17D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25154E-1F1C-AC44-8449-D04FD65B3A0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0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878842"/>
            <a:ext cx="29626560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3"/>
            <a:ext cx="14544677" cy="2047238"/>
          </a:xfrm>
        </p:spPr>
        <p:txBody>
          <a:bodyPr anchor="b"/>
          <a:lstStyle>
            <a:lvl1pPr marL="0" indent="0">
              <a:buNone/>
              <a:defRPr sz="7392" b="1"/>
            </a:lvl1pPr>
            <a:lvl2pPr marL="1404489" indent="0">
              <a:buNone/>
              <a:defRPr sz="6160" b="1"/>
            </a:lvl2pPr>
            <a:lvl3pPr marL="2808978" indent="0">
              <a:buNone/>
              <a:defRPr sz="5488" b="1"/>
            </a:lvl3pPr>
            <a:lvl4pPr marL="4213467" indent="0">
              <a:buNone/>
              <a:defRPr sz="4928" b="1"/>
            </a:lvl4pPr>
            <a:lvl5pPr marL="5617957" indent="0">
              <a:buNone/>
              <a:defRPr sz="4928" b="1"/>
            </a:lvl5pPr>
            <a:lvl6pPr marL="7022446" indent="0">
              <a:buNone/>
              <a:defRPr sz="4928" b="1"/>
            </a:lvl6pPr>
            <a:lvl7pPr marL="8426935" indent="0">
              <a:buNone/>
              <a:defRPr sz="4928" b="1"/>
            </a:lvl7pPr>
            <a:lvl8pPr marL="9831424" indent="0">
              <a:buNone/>
              <a:defRPr sz="4928" b="1"/>
            </a:lvl8pPr>
            <a:lvl9pPr marL="11235913" indent="0">
              <a:buNone/>
              <a:defRPr sz="49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1"/>
            <a:ext cx="14544677" cy="12644122"/>
          </a:xfrm>
        </p:spPr>
        <p:txBody>
          <a:bodyPr/>
          <a:lstStyle>
            <a:lvl1pPr>
              <a:defRPr sz="7392"/>
            </a:lvl1pPr>
            <a:lvl2pPr>
              <a:defRPr sz="6160"/>
            </a:lvl2pPr>
            <a:lvl3pPr>
              <a:defRPr sz="5488"/>
            </a:lvl3pPr>
            <a:lvl4pPr>
              <a:defRPr sz="4928"/>
            </a:lvl4pPr>
            <a:lvl5pPr>
              <a:defRPr sz="4928"/>
            </a:lvl5pPr>
            <a:lvl6pPr>
              <a:defRPr sz="4928"/>
            </a:lvl6pPr>
            <a:lvl7pPr>
              <a:defRPr sz="4928"/>
            </a:lvl7pPr>
            <a:lvl8pPr>
              <a:defRPr sz="4928"/>
            </a:lvl8pPr>
            <a:lvl9pPr>
              <a:defRPr sz="49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4" y="4912363"/>
            <a:ext cx="14550390" cy="2047238"/>
          </a:xfrm>
        </p:spPr>
        <p:txBody>
          <a:bodyPr anchor="b"/>
          <a:lstStyle>
            <a:lvl1pPr marL="0" indent="0">
              <a:buNone/>
              <a:defRPr sz="7392" b="1"/>
            </a:lvl1pPr>
            <a:lvl2pPr marL="1404489" indent="0">
              <a:buNone/>
              <a:defRPr sz="6160" b="1"/>
            </a:lvl2pPr>
            <a:lvl3pPr marL="2808978" indent="0">
              <a:buNone/>
              <a:defRPr sz="5488" b="1"/>
            </a:lvl3pPr>
            <a:lvl4pPr marL="4213467" indent="0">
              <a:buNone/>
              <a:defRPr sz="4928" b="1"/>
            </a:lvl4pPr>
            <a:lvl5pPr marL="5617957" indent="0">
              <a:buNone/>
              <a:defRPr sz="4928" b="1"/>
            </a:lvl5pPr>
            <a:lvl6pPr marL="7022446" indent="0">
              <a:buNone/>
              <a:defRPr sz="4928" b="1"/>
            </a:lvl6pPr>
            <a:lvl7pPr marL="8426935" indent="0">
              <a:buNone/>
              <a:defRPr sz="4928" b="1"/>
            </a:lvl7pPr>
            <a:lvl8pPr marL="9831424" indent="0">
              <a:buNone/>
              <a:defRPr sz="4928" b="1"/>
            </a:lvl8pPr>
            <a:lvl9pPr marL="11235913" indent="0">
              <a:buNone/>
              <a:defRPr sz="49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4" y="6959601"/>
            <a:ext cx="14550390" cy="12644122"/>
          </a:xfrm>
        </p:spPr>
        <p:txBody>
          <a:bodyPr/>
          <a:lstStyle>
            <a:lvl1pPr>
              <a:defRPr sz="7392"/>
            </a:lvl1pPr>
            <a:lvl2pPr>
              <a:defRPr sz="6160"/>
            </a:lvl2pPr>
            <a:lvl3pPr>
              <a:defRPr sz="5488"/>
            </a:lvl3pPr>
            <a:lvl4pPr>
              <a:defRPr sz="4928"/>
            </a:lvl4pPr>
            <a:lvl5pPr>
              <a:defRPr sz="4928"/>
            </a:lvl5pPr>
            <a:lvl6pPr>
              <a:defRPr sz="4928"/>
            </a:lvl6pPr>
            <a:lvl7pPr>
              <a:defRPr sz="4928"/>
            </a:lvl7pPr>
            <a:lvl8pPr>
              <a:defRPr sz="4928"/>
            </a:lvl8pPr>
            <a:lvl9pPr>
              <a:defRPr sz="49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E269FE-E4CB-9B42-A989-1E98C429C084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AC0720-727D-CD46-93A3-F1070E02661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58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85610E-6825-7747-9AFA-B8DB8C686036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6567C6-67F5-2246-BF69-F0982A3CE32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71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70D226-F735-7442-BEAB-ACEF4226E9DA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16DB3-1C09-6843-9CFB-CFA05798753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36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3" y="873760"/>
            <a:ext cx="10829927" cy="3718560"/>
          </a:xfrm>
        </p:spPr>
        <p:txBody>
          <a:bodyPr anchor="b"/>
          <a:lstStyle>
            <a:lvl1pPr algn="l">
              <a:defRPr sz="616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873761"/>
            <a:ext cx="18402300" cy="18729962"/>
          </a:xfrm>
        </p:spPr>
        <p:txBody>
          <a:bodyPr/>
          <a:lstStyle>
            <a:lvl1pPr>
              <a:defRPr sz="9856"/>
            </a:lvl1pPr>
            <a:lvl2pPr>
              <a:defRPr sz="8624"/>
            </a:lvl2pPr>
            <a:lvl3pPr>
              <a:defRPr sz="7392"/>
            </a:lvl3pPr>
            <a:lvl4pPr>
              <a:defRPr sz="6160"/>
            </a:lvl4pPr>
            <a:lvl5pPr>
              <a:defRPr sz="6160"/>
            </a:lvl5pPr>
            <a:lvl6pPr>
              <a:defRPr sz="6160"/>
            </a:lvl6pPr>
            <a:lvl7pPr>
              <a:defRPr sz="6160"/>
            </a:lvl7pPr>
            <a:lvl8pPr>
              <a:defRPr sz="6160"/>
            </a:lvl8pPr>
            <a:lvl9pPr>
              <a:defRPr sz="6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3" y="4592321"/>
            <a:ext cx="10829927" cy="15011402"/>
          </a:xfrm>
        </p:spPr>
        <p:txBody>
          <a:bodyPr/>
          <a:lstStyle>
            <a:lvl1pPr marL="0" indent="0">
              <a:buNone/>
              <a:defRPr sz="4256"/>
            </a:lvl1pPr>
            <a:lvl2pPr marL="1404489" indent="0">
              <a:buNone/>
              <a:defRPr sz="3696"/>
            </a:lvl2pPr>
            <a:lvl3pPr marL="2808978" indent="0">
              <a:buNone/>
              <a:defRPr sz="3024"/>
            </a:lvl3pPr>
            <a:lvl4pPr marL="4213467" indent="0">
              <a:buNone/>
              <a:defRPr sz="2800"/>
            </a:lvl4pPr>
            <a:lvl5pPr marL="5617957" indent="0">
              <a:buNone/>
              <a:defRPr sz="2800"/>
            </a:lvl5pPr>
            <a:lvl6pPr marL="7022446" indent="0">
              <a:buNone/>
              <a:defRPr sz="2800"/>
            </a:lvl6pPr>
            <a:lvl7pPr marL="8426935" indent="0">
              <a:buNone/>
              <a:defRPr sz="2800"/>
            </a:lvl7pPr>
            <a:lvl8pPr marL="9831424" indent="0">
              <a:buNone/>
              <a:defRPr sz="2800"/>
            </a:lvl8pPr>
            <a:lvl9pPr marL="11235913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FAF25D-E18C-A344-A8DE-7351FFC64F21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C834E9-DE86-DB4F-BD77-991BF3506AD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85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5361921"/>
            <a:ext cx="19751040" cy="1813562"/>
          </a:xfrm>
        </p:spPr>
        <p:txBody>
          <a:bodyPr anchor="b"/>
          <a:lstStyle>
            <a:lvl1pPr algn="l">
              <a:defRPr sz="616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960880"/>
            <a:ext cx="19751040" cy="13167360"/>
          </a:xfrm>
        </p:spPr>
        <p:txBody>
          <a:bodyPr rtlCol="0">
            <a:normAutofit/>
          </a:bodyPr>
          <a:lstStyle>
            <a:lvl1pPr marL="0" indent="0">
              <a:buNone/>
              <a:defRPr sz="9856"/>
            </a:lvl1pPr>
            <a:lvl2pPr marL="1404489" indent="0">
              <a:buNone/>
              <a:defRPr sz="8624"/>
            </a:lvl2pPr>
            <a:lvl3pPr marL="2808978" indent="0">
              <a:buNone/>
              <a:defRPr sz="7392"/>
            </a:lvl3pPr>
            <a:lvl4pPr marL="4213467" indent="0">
              <a:buNone/>
              <a:defRPr sz="6160"/>
            </a:lvl4pPr>
            <a:lvl5pPr marL="5617957" indent="0">
              <a:buNone/>
              <a:defRPr sz="6160"/>
            </a:lvl5pPr>
            <a:lvl6pPr marL="7022446" indent="0">
              <a:buNone/>
              <a:defRPr sz="6160"/>
            </a:lvl6pPr>
            <a:lvl7pPr marL="8426935" indent="0">
              <a:buNone/>
              <a:defRPr sz="6160"/>
            </a:lvl7pPr>
            <a:lvl8pPr marL="9831424" indent="0">
              <a:buNone/>
              <a:defRPr sz="6160"/>
            </a:lvl8pPr>
            <a:lvl9pPr marL="11235913" indent="0">
              <a:buNone/>
              <a:defRPr sz="616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7175483"/>
            <a:ext cx="19751040" cy="2575558"/>
          </a:xfrm>
        </p:spPr>
        <p:txBody>
          <a:bodyPr/>
          <a:lstStyle>
            <a:lvl1pPr marL="0" indent="0">
              <a:buNone/>
              <a:defRPr sz="4256"/>
            </a:lvl1pPr>
            <a:lvl2pPr marL="1404489" indent="0">
              <a:buNone/>
              <a:defRPr sz="3696"/>
            </a:lvl2pPr>
            <a:lvl3pPr marL="2808978" indent="0">
              <a:buNone/>
              <a:defRPr sz="3024"/>
            </a:lvl3pPr>
            <a:lvl4pPr marL="4213467" indent="0">
              <a:buNone/>
              <a:defRPr sz="2800"/>
            </a:lvl4pPr>
            <a:lvl5pPr marL="5617957" indent="0">
              <a:buNone/>
              <a:defRPr sz="2800"/>
            </a:lvl5pPr>
            <a:lvl6pPr marL="7022446" indent="0">
              <a:buNone/>
              <a:defRPr sz="2800"/>
            </a:lvl6pPr>
            <a:lvl7pPr marL="8426935" indent="0">
              <a:buNone/>
              <a:defRPr sz="2800"/>
            </a:lvl7pPr>
            <a:lvl8pPr marL="9831424" indent="0">
              <a:buNone/>
              <a:defRPr sz="2800"/>
            </a:lvl8pPr>
            <a:lvl9pPr marL="11235913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5D2F56-41EC-EB4F-A4EE-8553E3C3498D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066630-5366-354B-94D5-952837BFAA4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4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F5AA08-279C-644A-9608-D4A914F61D1B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960C-C0BD-8F47-8F98-0709D905E42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4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597520" y="2108203"/>
            <a:ext cx="22219920" cy="449427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37760" y="2108203"/>
            <a:ext cx="66111120" cy="449427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D03539-97A4-A14D-A974-C9B86FF90446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57715-88CB-5E46-8CE3-C6E7BFF5D7A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889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6865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645920" y="878418"/>
            <a:ext cx="2962656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45920" y="5120217"/>
            <a:ext cx="29626560" cy="144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250802" tIns="125401" rIns="250802" bIns="125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20341166"/>
            <a:ext cx="7680960" cy="1168400"/>
          </a:xfrm>
          <a:prstGeom prst="rect">
            <a:avLst/>
          </a:prstGeom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3696">
                <a:solidFill>
                  <a:srgbClr val="898989"/>
                </a:solidFill>
              </a:defRPr>
            </a:lvl1pPr>
          </a:lstStyle>
          <a:p>
            <a:fld id="{1217551D-7306-0443-A5E3-C3FA5FDB2C32}" type="datetimeFigureOut">
              <a:rPr lang="en-US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20341166"/>
            <a:ext cx="10424160" cy="1168400"/>
          </a:xfrm>
          <a:prstGeom prst="rect">
            <a:avLst/>
          </a:prstGeom>
        </p:spPr>
        <p:txBody>
          <a:bodyPr vert="horz" lIns="250802" tIns="125401" rIns="250802" bIns="125401" rtlCol="0" anchor="ctr"/>
          <a:lstStyle>
            <a:lvl1pPr algn="ctr" defTabSz="1404489" eaLnBrk="1" fontAlgn="auto" hangingPunct="1">
              <a:spcBef>
                <a:spcPts val="0"/>
              </a:spcBef>
              <a:spcAft>
                <a:spcPts val="0"/>
              </a:spcAft>
              <a:defRPr sz="3696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20341166"/>
            <a:ext cx="7680960" cy="1168400"/>
          </a:xfrm>
          <a:prstGeom prst="rect">
            <a:avLst/>
          </a:prstGeom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3696">
                <a:solidFill>
                  <a:srgbClr val="898989"/>
                </a:solidFill>
              </a:defRPr>
            </a:lvl1pPr>
          </a:lstStyle>
          <a:p>
            <a:fld id="{B375CF55-ABB2-7C46-B017-4CD9D7E55804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1402842" rtl="0" eaLnBrk="1" fontAlgn="base" hangingPunct="1">
        <a:spcBef>
          <a:spcPct val="0"/>
        </a:spcBef>
        <a:spcAft>
          <a:spcPct val="0"/>
        </a:spcAft>
        <a:defRPr sz="13552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512064"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1024128"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536192"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2048256"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1052576" indent="-1052576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9856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2281174" indent="-876554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8624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3509772" indent="-700532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7392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4914392" indent="-700532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616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6319012" indent="-700532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616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7724690" indent="-702245" algn="l" defTabSz="1404489" rtl="0" eaLnBrk="1" latinLnBrk="0" hangingPunct="1">
        <a:spcBef>
          <a:spcPct val="20000"/>
        </a:spcBef>
        <a:buFont typeface="Arial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6pPr>
      <a:lvl7pPr marL="9129179" indent="-702245" algn="l" defTabSz="1404489" rtl="0" eaLnBrk="1" latinLnBrk="0" hangingPunct="1">
        <a:spcBef>
          <a:spcPct val="20000"/>
        </a:spcBef>
        <a:buFont typeface="Arial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7pPr>
      <a:lvl8pPr marL="10533668" indent="-702245" algn="l" defTabSz="1404489" rtl="0" eaLnBrk="1" latinLnBrk="0" hangingPunct="1">
        <a:spcBef>
          <a:spcPct val="20000"/>
        </a:spcBef>
        <a:buFont typeface="Arial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8pPr>
      <a:lvl9pPr marL="11938158" indent="-702245" algn="l" defTabSz="1404489" rtl="0" eaLnBrk="1" latinLnBrk="0" hangingPunct="1">
        <a:spcBef>
          <a:spcPct val="20000"/>
        </a:spcBef>
        <a:buFont typeface="Arial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1pPr>
      <a:lvl2pPr marL="1404489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2pPr>
      <a:lvl3pPr marL="2808978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3pPr>
      <a:lvl4pPr marL="4213467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4pPr>
      <a:lvl5pPr marL="5617957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5pPr>
      <a:lvl6pPr marL="7022446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6pPr>
      <a:lvl7pPr marL="8426935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7pPr>
      <a:lvl8pPr marL="9831424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8pPr>
      <a:lvl9pPr marL="11235913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945EF7-1D45-F64C-60D9-288FF02CA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86" y="16032480"/>
            <a:ext cx="23042880" cy="5364480"/>
          </a:xfrm>
        </p:spPr>
        <p:txBody>
          <a:bodyPr/>
          <a:lstStyle/>
          <a:p>
            <a:pPr algn="l"/>
            <a:r>
              <a:rPr lang="en-US" sz="8000" dirty="0">
                <a:latin typeface="Arial Black" panose="020B0A04020102020204" pitchFamily="34" charset="0"/>
              </a:rPr>
              <a:t>Tony Nguyen &amp; Joe Doan</a:t>
            </a:r>
          </a:p>
          <a:p>
            <a:pPr algn="l"/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COMP_SCI 5540 Fall 2026</a:t>
            </a:r>
            <a:b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Principles of Big Data Management</a:t>
            </a:r>
          </a:p>
          <a:p>
            <a:endParaRPr lang="en-US" sz="8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D0309E-B46C-0E3F-5732-FBB5F4FE682C}"/>
              </a:ext>
            </a:extLst>
          </p:cNvPr>
          <p:cNvSpPr/>
          <p:nvPr/>
        </p:nvSpPr>
        <p:spPr>
          <a:xfrm>
            <a:off x="0" y="3661569"/>
            <a:ext cx="32918400" cy="457200"/>
          </a:xfrm>
          <a:prstGeom prst="rect">
            <a:avLst/>
          </a:prstGeom>
          <a:solidFill>
            <a:srgbClr val="FFDD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32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B6036-9943-3FB8-B030-8D584CB4C679}"/>
              </a:ext>
            </a:extLst>
          </p:cNvPr>
          <p:cNvSpPr/>
          <p:nvPr/>
        </p:nvSpPr>
        <p:spPr>
          <a:xfrm>
            <a:off x="0" y="0"/>
            <a:ext cx="32918400" cy="3657600"/>
          </a:xfrm>
          <a:prstGeom prst="rect">
            <a:avLst/>
          </a:prstGeom>
          <a:solidFill>
            <a:srgbClr val="0066C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9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9600" dirty="0"/>
            </a:b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6CEA72-8D4E-397F-5B33-B5C49235A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66" y="0"/>
            <a:ext cx="4746812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6127540-0CC6-63C2-3B19-9372AE1E2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3598" y="-261951"/>
            <a:ext cx="4745736" cy="38127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3C4DAA-BD4E-519E-8FDF-310EEBB5A9A7}"/>
              </a:ext>
            </a:extLst>
          </p:cNvPr>
          <p:cNvSpPr/>
          <p:nvPr/>
        </p:nvSpPr>
        <p:spPr>
          <a:xfrm>
            <a:off x="979066" y="16032480"/>
            <a:ext cx="213360" cy="5069840"/>
          </a:xfrm>
          <a:prstGeom prst="rect">
            <a:avLst/>
          </a:prstGeom>
          <a:solidFill>
            <a:srgbClr val="FFDD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D6553D-14B1-7136-7EF6-435FAE2F44F6}"/>
              </a:ext>
            </a:extLst>
          </p:cNvPr>
          <p:cNvSpPr txBox="1"/>
          <p:nvPr/>
        </p:nvSpPr>
        <p:spPr>
          <a:xfrm>
            <a:off x="2320186" y="8131360"/>
            <a:ext cx="290248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Real-Time Hub-to-Hub ETA Prediction</a:t>
            </a:r>
            <a:r>
              <a:rPr lang="en-US" sz="9600" dirty="0"/>
              <a:t> </a:t>
            </a:r>
            <a:br>
              <a:rPr lang="en-US" dirty="0"/>
            </a:br>
            <a:r>
              <a:rPr lang="en-US" sz="80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HyperLogistics-Stream: A Big Data Pipeline with Kafka and Spark Structured Streaming</a:t>
            </a:r>
          </a:p>
        </p:txBody>
      </p:sp>
    </p:spTree>
    <p:extLst>
      <p:ext uri="{BB962C8B-B14F-4D97-AF65-F5344CB8AC3E}">
        <p14:creationId xmlns:p14="http://schemas.microsoft.com/office/powerpoint/2010/main" val="360680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1E4B20-F145-FF91-231C-43EF0F05F0C9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1F540A-C8C9-F61C-5909-5383B034D471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440F22-B9D8-30DC-BE59-3EF26B22FD47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C46449-40F9-630E-8539-9377137C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569666"/>
            <a:ext cx="29626560" cy="4023360"/>
          </a:xfrm>
        </p:spPr>
        <p:txBody>
          <a:bodyPr/>
          <a:lstStyle/>
          <a:p>
            <a:r>
              <a:rPr lang="en-US" sz="9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Predict late arrivals while the trip is still in progress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F36922-5A72-2A3A-2E12-D72C872A5CF1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0E1365-D10E-5C8A-E290-962143C1DFB2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BF82BAF-0652-A161-FFC6-1E83483E0926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94EE3CB9-0293-8E0B-4EB3-A3AA33436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73A547A-6281-F241-D6DA-E59C26145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CAD4B3-5397-CB6A-5BB3-45F646E27D51}"/>
              </a:ext>
            </a:extLst>
          </p:cNvPr>
          <p:cNvSpPr txBox="1"/>
          <p:nvPr/>
        </p:nvSpPr>
        <p:spPr>
          <a:xfrm>
            <a:off x="480732" y="459331"/>
            <a:ext cx="5203669" cy="1034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OBJECTIVE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25BD48-17E1-9EA3-B48E-D89F0EB16CA0}"/>
              </a:ext>
            </a:extLst>
          </p:cNvPr>
          <p:cNvSpPr txBox="1"/>
          <p:nvPr/>
        </p:nvSpPr>
        <p:spPr>
          <a:xfrm>
            <a:off x="4784358" y="20165954"/>
            <a:ext cx="23350387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125" b="0" i="0" dirty="0" err="1">
                <a:solidFill>
                  <a:schemeClr val="bg1"/>
                </a:solidFill>
                <a:effectLst/>
                <a:latin typeface="Calibri" charset="0"/>
              </a:rPr>
              <a:t>HyperLogistics</a:t>
            </a:r>
            <a:r>
              <a:rPr lang="en-US" sz="6125" b="0" i="0" dirty="0">
                <a:solidFill>
                  <a:schemeClr val="bg1"/>
                </a:solidFill>
                <a:effectLst/>
                <a:latin typeface="Calibri" charset="0"/>
              </a:rPr>
              <a:t>-Stream · Big Data Management · Fall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EE211D-12EC-75BB-569E-815B69AC5C91}"/>
              </a:ext>
            </a:extLst>
          </p:cNvPr>
          <p:cNvSpPr txBox="1"/>
          <p:nvPr/>
        </p:nvSpPr>
        <p:spPr>
          <a:xfrm>
            <a:off x="734276" y="5282633"/>
            <a:ext cx="30791749" cy="292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Middle-mile shipments run on fixed schedules, but a destination hub often learns how late an inbound trip is only on arrival, limiting dock-door and labor planning. We study how accurately and rapidly a streaming pipeline can predict arrival delay at departure time.</a:t>
            </a:r>
            <a:endParaRPr lang="en-US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4154C3B-0C5A-EE9F-E5B8-2D0DA6C3E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146934"/>
              </p:ext>
            </p:extLst>
          </p:nvPr>
        </p:nvGraphicFramePr>
        <p:xfrm>
          <a:off x="734276" y="8426051"/>
          <a:ext cx="31956936" cy="9139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2312">
                  <a:extLst>
                    <a:ext uri="{9D8B030D-6E8A-4147-A177-3AD203B41FA5}">
                      <a16:colId xmlns:a16="http://schemas.microsoft.com/office/drawing/2014/main" val="3566835448"/>
                    </a:ext>
                  </a:extLst>
                </a:gridCol>
                <a:gridCol w="10652312">
                  <a:extLst>
                    <a:ext uri="{9D8B030D-6E8A-4147-A177-3AD203B41FA5}">
                      <a16:colId xmlns:a16="http://schemas.microsoft.com/office/drawing/2014/main" val="1801130495"/>
                    </a:ext>
                  </a:extLst>
                </a:gridCol>
                <a:gridCol w="10652312">
                  <a:extLst>
                    <a:ext uri="{9D8B030D-6E8A-4147-A177-3AD203B41FA5}">
                      <a16:colId xmlns:a16="http://schemas.microsoft.com/office/drawing/2014/main" val="1904805426"/>
                    </a:ext>
                  </a:extLst>
                </a:gridCol>
              </a:tblGrid>
              <a:tr h="343312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RQ1</a:t>
                      </a:r>
                    </a:p>
                    <a:p>
                      <a:r>
                        <a:rPr lang="en-US" sz="8800" dirty="0"/>
                        <a:t>        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RQ2</a:t>
                      </a:r>
                      <a:br>
                        <a:rPr lang="en-US" dirty="0"/>
                      </a:br>
                      <a:r>
                        <a:rPr lang="en-US" dirty="0"/>
                        <a:t>           </a:t>
                      </a:r>
                      <a:r>
                        <a:rPr lang="en-US" sz="8800" dirty="0"/>
                        <a:t>Performance 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RQ3 STRETCH</a:t>
                      </a:r>
                    </a:p>
                    <a:p>
                      <a:r>
                        <a:rPr lang="en-US" dirty="0"/>
                        <a:t>                </a:t>
                      </a:r>
                      <a:r>
                        <a:rPr lang="en-US" sz="8800" dirty="0"/>
                        <a:t>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234153"/>
                  </a:ext>
                </a:extLst>
              </a:tr>
              <a:tr h="5197913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6000" b="0" i="0" dirty="0">
                          <a:effectLst/>
                        </a:rPr>
                        <a:t>Do weather and lane history beat the baseline that assumes the delay stays the same</a:t>
                      </a:r>
                      <a:r>
                        <a:rPr lang="en-US" sz="1800" b="0" i="0" dirty="0">
                          <a:effectLst/>
                        </a:rPr>
                        <a:t>?</a:t>
                      </a:r>
                      <a:endParaRPr lang="en-US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6000" b="0" i="0" dirty="0">
                          <a:effectLst/>
                        </a:rPr>
                        <a:t>How do Spark settings and ingest rate change latency and throughput?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6000" b="0" i="0" dirty="0">
                          <a:effectLst/>
                        </a:rPr>
                        <a:t>Can an LLM agent answer dispatcher questions from the live predictions?</a:t>
                      </a:r>
                      <a:endParaRPr lang="en-US" sz="6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549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009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651000" y="5651500"/>
            <a:ext cx="6350000" cy="2717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05000" y="5778500"/>
            <a:ext cx="584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INGESTION</a:t>
            </a:r>
            <a:endParaRPr lang="en-US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05000" y="69596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</a:t>
            </a: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97850" y="11303000"/>
            <a:ext cx="1016000" cy="889000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10700" y="5651500"/>
            <a:ext cx="6350000" cy="2717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64700" y="5778500"/>
            <a:ext cx="584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PROCESSING</a:t>
            </a:r>
            <a:endParaRPr lang="en-US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64700" y="69596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Spark + </a:t>
            </a:r>
            <a:r>
              <a:rPr lang="en-US" sz="40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MLlib</a:t>
            </a: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957550" y="11303000"/>
            <a:ext cx="1016000" cy="889000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170400" y="5651500"/>
            <a:ext cx="6350000" cy="2717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424400" y="5778500"/>
            <a:ext cx="584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STORAGE</a:t>
            </a:r>
            <a:endParaRPr lang="en-US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424400" y="69596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Parquet</a:t>
            </a: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717250" y="11303000"/>
            <a:ext cx="1016000" cy="889000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930100" y="5651500"/>
            <a:ext cx="6350000" cy="2717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184100" y="5778500"/>
            <a:ext cx="584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SERVING</a:t>
            </a:r>
            <a:endParaRPr lang="en-US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184100" y="69596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FastAPI</a:t>
            </a:r>
            <a: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</a:t>
            </a:r>
            <a:r>
              <a:rPr lang="en-US" sz="40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Streamlit</a:t>
            </a: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88314" y="5189401"/>
            <a:ext cx="518464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4000" dirty="0"/>
          </a:p>
        </p:txBody>
      </p:sp>
      <p:sp>
        <p:nvSpPr>
          <p:cNvPr id="29" name="Shape 27"/>
          <p:cNvSpPr/>
          <p:nvPr/>
        </p:nvSpPr>
        <p:spPr>
          <a:xfrm>
            <a:off x="1651000" y="8813800"/>
            <a:ext cx="6350000" cy="58547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955800" y="9067800"/>
            <a:ext cx="5740400" cy="534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0" i="0" dirty="0">
                <a:solidFill>
                  <a:schemeClr val="tx1"/>
                </a:solidFill>
                <a:effectLst/>
                <a:latin typeface="DM Sans" pitchFamily="2" charset="0"/>
              </a:rPr>
              <a:t>Replays 2024 flights as events at wheels-off time, at a configurable rate.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410700" y="8813800"/>
            <a:ext cx="6350000" cy="58547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715500" y="9067800"/>
            <a:ext cx="5740400" cy="534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0" i="0" dirty="0">
                <a:solidFill>
                  <a:schemeClr val="tx1"/>
                </a:solidFill>
                <a:effectLst/>
                <a:latin typeface="DM Sans" pitchFamily="2" charset="0"/>
              </a:rPr>
              <a:t>Joins weather and lane baselines, scores each flight, counts hub arrivals in windows.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7170400" y="8813800"/>
            <a:ext cx="6350000" cy="58547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7475200" y="9067800"/>
            <a:ext cx="5740400" cy="534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0" i="0" dirty="0">
                <a:solidFill>
                  <a:schemeClr val="tx1"/>
                </a:solidFill>
                <a:effectLst/>
                <a:latin typeface="DM Sans" pitchFamily="2" charset="0"/>
              </a:rPr>
              <a:t>Bronze raw data, silver joined data, gold features, lookups and predictions.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7910123" y="13889742"/>
            <a:ext cx="5092946" cy="70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806175" y="15281473"/>
            <a:ext cx="5092946" cy="70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4930100" y="8813800"/>
            <a:ext cx="6350000" cy="58547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4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5234900" y="9067800"/>
            <a:ext cx="5740400" cy="534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0" i="0" dirty="0">
                <a:solidFill>
                  <a:schemeClr val="tx1"/>
                </a:solidFill>
                <a:effectLst/>
                <a:latin typeface="DM Sans" pitchFamily="2" charset="0"/>
              </a:rPr>
              <a:t>Live map of predicted delays, hub congestion, latency and accuracy tiles.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6322521" y="13722740"/>
            <a:ext cx="5092946" cy="70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651000" y="15430500"/>
            <a:ext cx="29629100" cy="2159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4000" dirty="0"/>
          </a:p>
        </p:txBody>
      </p:sp>
      <p:sp>
        <p:nvSpPr>
          <p:cNvPr id="60" name="Text 58"/>
          <p:cNvSpPr/>
          <p:nvPr/>
        </p:nvSpPr>
        <p:spPr>
          <a:xfrm>
            <a:off x="2286000" y="15557500"/>
            <a:ext cx="28359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model predicts the change in delay after departure. ETA = scheduled arrival + departure delay + predicted change.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EF93893-4E4E-74B2-F865-432710133F43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9C54F3D-D182-210D-ED22-939476009D51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C03B1E7-CBE7-9C83-46DB-E1E8551A6CD0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80" name="Picture 7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8ED4C98-47EE-E655-396E-0B2365767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D29D25AC-C4F2-42EA-60CC-CA4EBE26206A}"/>
              </a:ext>
            </a:extLst>
          </p:cNvPr>
          <p:cNvSpPr txBox="1"/>
          <p:nvPr/>
        </p:nvSpPr>
        <p:spPr>
          <a:xfrm>
            <a:off x="-1" y="1251364"/>
            <a:ext cx="329183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802F0-5251-C9BE-5D20-3BEB0E91351A}"/>
              </a:ext>
            </a:extLst>
          </p:cNvPr>
          <p:cNvSpPr txBox="1">
            <a:spLocks/>
          </p:cNvSpPr>
          <p:nvPr/>
        </p:nvSpPr>
        <p:spPr>
          <a:xfrm>
            <a:off x="1645920" y="1606298"/>
            <a:ext cx="29626560" cy="2986728"/>
          </a:xfrm>
          <a:prstGeom prst="rect">
            <a:avLst/>
          </a:prstGeom>
        </p:spPr>
        <p:txBody>
          <a:bodyPr/>
          <a:lstStyle>
            <a:lvl1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MS PGothic" charset="0"/>
              </a:defRPr>
            </a:lvl1pPr>
            <a:lvl2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512064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1024128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536192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2048256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streaming pipeline, four layers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14E9DA-9612-CF84-71A7-4C92F39F301C}"/>
              </a:ext>
            </a:extLst>
          </p:cNvPr>
          <p:cNvSpPr txBox="1"/>
          <p:nvPr/>
        </p:nvSpPr>
        <p:spPr>
          <a:xfrm>
            <a:off x="480732" y="459331"/>
            <a:ext cx="6292043" cy="1034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DATA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BEBD0156-A3DE-DE03-5446-D74771C63B74}"/>
              </a:ext>
            </a:extLst>
          </p:cNvPr>
          <p:cNvSpPr txBox="1">
            <a:spLocks/>
          </p:cNvSpPr>
          <p:nvPr/>
        </p:nvSpPr>
        <p:spPr>
          <a:xfrm>
            <a:off x="1645920" y="569666"/>
            <a:ext cx="29626560" cy="4023360"/>
          </a:xfrm>
          <a:prstGeom prst="rect">
            <a:avLst/>
          </a:prstGeom>
        </p:spPr>
        <p:txBody>
          <a:bodyPr/>
          <a:lstStyle>
            <a:lvl1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MS PGothic" charset="0"/>
              </a:defRPr>
            </a:lvl1pPr>
            <a:lvl2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512064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1024128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536192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2048256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endParaRPr lang="en-US" sz="9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3EDF17E-3DFC-DC38-F909-656E17EE11B1}"/>
              </a:ext>
            </a:extLst>
          </p:cNvPr>
          <p:cNvGrpSpPr/>
          <p:nvPr/>
        </p:nvGrpSpPr>
        <p:grpSpPr>
          <a:xfrm>
            <a:off x="-2" y="18964444"/>
            <a:ext cx="32918400" cy="2941318"/>
            <a:chOff x="480731" y="3833689"/>
            <a:chExt cx="32918400" cy="2673926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FD97335-AF37-8143-7C8B-B593BF6B79FF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2CB2CFE-531B-8C73-0D43-A2865041D579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70" name="Picture 2">
            <a:extLst>
              <a:ext uri="{FF2B5EF4-FFF2-40B4-BE49-F238E27FC236}">
                <a16:creationId xmlns:a16="http://schemas.microsoft.com/office/drawing/2014/main" id="{0C2A72F2-C32F-9305-26F4-8347CF23D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0" y="19031435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6208CA4-7805-40BD-E27F-D3CD7EF0B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5475" y="18964444"/>
            <a:ext cx="3822192" cy="3070747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0E755096-F17C-F089-0B58-2847EE9CDB5B}"/>
              </a:ext>
            </a:extLst>
          </p:cNvPr>
          <p:cNvSpPr txBox="1"/>
          <p:nvPr/>
        </p:nvSpPr>
        <p:spPr>
          <a:xfrm>
            <a:off x="4784356" y="20130485"/>
            <a:ext cx="23350387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125" b="0" i="0" dirty="0" err="1">
                <a:solidFill>
                  <a:schemeClr val="bg1"/>
                </a:solidFill>
                <a:effectLst/>
                <a:latin typeface="Calibri" charset="0"/>
              </a:rPr>
              <a:t>HyperLogistics</a:t>
            </a:r>
            <a:r>
              <a:rPr lang="en-US" sz="6125" b="0" i="0" dirty="0">
                <a:solidFill>
                  <a:schemeClr val="bg1"/>
                </a:solidFill>
                <a:effectLst/>
                <a:latin typeface="Calibri" charset="0"/>
              </a:rPr>
              <a:t>-Stream · Big Data Management · Fall 2026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57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E2CA-5A20-219E-326F-CE0511F4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3FBF0A-FD66-9EB8-2DB1-6388E7B441C7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7E3DBBC-373F-C4F8-7C54-65B218986C51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ACC971-D407-3C90-A2B1-998BE1418459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023EDDA-7B61-73E4-D279-BEAB6D16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32918400" cy="4023360"/>
          </a:xfrm>
        </p:spPr>
        <p:txBody>
          <a:bodyPr/>
          <a:lstStyle/>
          <a:p>
            <a:r>
              <a:rPr lang="en-US" sz="10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35C067-43AA-9A68-89E7-92427F41C503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FD8848-A74C-73C5-72D0-8E35D8F55DC8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5CE425-4755-41A8-59A7-565E5EFA97FF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1D85F0AA-B4B6-4F91-C35E-FA846B58B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6872218-ADFB-2831-8394-C5F1F83B5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CA1009-A3BF-D1C0-A862-ECFD49304F20}"/>
              </a:ext>
            </a:extLst>
          </p:cNvPr>
          <p:cNvSpPr txBox="1">
            <a:spLocks/>
          </p:cNvSpPr>
          <p:nvPr/>
        </p:nvSpPr>
        <p:spPr bwMode="auto">
          <a:xfrm>
            <a:off x="1645920" y="569666"/>
            <a:ext cx="29626560" cy="402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>
            <a:lvl1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MS PGothic" charset="0"/>
              </a:defRPr>
            </a:lvl1pPr>
            <a:lvl2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512064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1024128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536192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2048256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Two public sources, joined by airport and hour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80CDFD-23A4-7DD0-B3BF-03268FF38125}"/>
              </a:ext>
            </a:extLst>
          </p:cNvPr>
          <p:cNvSpPr txBox="1"/>
          <p:nvPr/>
        </p:nvSpPr>
        <p:spPr>
          <a:xfrm>
            <a:off x="480732" y="459331"/>
            <a:ext cx="4145687" cy="1034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E01EF-478E-BE13-0BB7-E803A89A6E87}"/>
              </a:ext>
            </a:extLst>
          </p:cNvPr>
          <p:cNvSpPr txBox="1"/>
          <p:nvPr/>
        </p:nvSpPr>
        <p:spPr>
          <a:xfrm>
            <a:off x="4784356" y="20130485"/>
            <a:ext cx="23350387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125" b="0" i="0" dirty="0" err="1">
                <a:solidFill>
                  <a:schemeClr val="bg1"/>
                </a:solidFill>
                <a:effectLst/>
                <a:latin typeface="Calibri" charset="0"/>
              </a:rPr>
              <a:t>HyperLogistics</a:t>
            </a:r>
            <a:r>
              <a:rPr lang="en-US" sz="6125" b="0" i="0" dirty="0">
                <a:solidFill>
                  <a:schemeClr val="bg1"/>
                </a:solidFill>
                <a:effectLst/>
                <a:latin typeface="Calibri" charset="0"/>
              </a:rPr>
              <a:t>-Stream · Big Data Management · Fall 2026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0" name="Data sources table"/>
          <p:cNvGraphicFramePr>
            <a:graphicFrameLocks noGrp="1"/>
          </p:cNvGraphicFramePr>
          <p:nvPr/>
        </p:nvGraphicFramePr>
        <p:xfrm>
          <a:off x="1651000" y="5715000"/>
          <a:ext cx="29629100" cy="6223000"/>
        </p:xfrm>
        <a:graphic>
          <a:graphicData uri="http://schemas.openxmlformats.org/drawingml/2006/table">
            <a:tbl>
              <a:tblPr firstRow="1"/>
              <a:tblGrid>
                <a:gridCol w="71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7000">
                <a:tc>
                  <a:txBody>
                    <a:bodyPr/>
                    <a:lstStyle/>
                    <a:p>
                      <a:pPr algn="l"/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What it holds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Scale and access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BTS On-Time Performance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Scheduled and actual times and delay causes per flight, 2018–2024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Free monthly files; raw CSV planned at 5–10 GB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NOAA Integrated Surface Database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Hourly temperature, visibility and wind per weather station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Free, public domain, on AWS S3 with no account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Card How they join"/>
          <p:cNvSpPr/>
          <p:nvPr/>
        </p:nvSpPr>
        <p:spPr>
          <a:xfrm>
            <a:off x="1645920" y="12427660"/>
            <a:ext cx="14287500" cy="6002586"/>
          </a:xfrm>
          <a:prstGeom prst="roundRect">
            <a:avLst>
              <a:gd name="adj" fmla="val 6000"/>
            </a:avLst>
          </a:prstGeom>
          <a:solidFill>
            <a:schemeClr val="bg1">
              <a:lumMod val="97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457200" tIns="330200" rIns="457200" bIns="33020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5600" b="1" dirty="0">
                <a:solidFill>
                  <a:schemeClr val="tx1"/>
                </a:solidFill>
              </a:rPr>
              <a:t>How they join</a:t>
            </a:r>
          </a:p>
          <a:p>
            <a:pPr algn="l"/>
            <a:r>
              <a:rPr lang="en-US" sz="4800" dirty="0">
                <a:solidFill>
                  <a:schemeClr val="tx1"/>
                </a:solidFill>
              </a:rPr>
              <a:t>Map each airport to its nearest weather station, convert local flight times to UTC, then join on station and hour.</a:t>
            </a:r>
          </a:p>
        </p:txBody>
      </p:sp>
      <p:sp>
        <p:nvSpPr>
          <p:cNvPr id="42" name="Card Why flights"/>
          <p:cNvSpPr/>
          <p:nvPr/>
        </p:nvSpPr>
        <p:spPr>
          <a:xfrm>
            <a:off x="16992600" y="12427659"/>
            <a:ext cx="14287500" cy="6002587"/>
          </a:xfrm>
          <a:prstGeom prst="roundRect">
            <a:avLst>
              <a:gd name="adj" fmla="val 6000"/>
            </a:avLst>
          </a:prstGeom>
          <a:solidFill>
            <a:schemeClr val="bg1">
              <a:lumMod val="97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457200" tIns="330200" rIns="457200" bIns="33020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5600" b="1" dirty="0">
                <a:solidFill>
                  <a:schemeClr val="tx1"/>
                </a:solidFill>
              </a:rPr>
              <a:t>Proxy and Limits</a:t>
            </a:r>
          </a:p>
          <a:p>
            <a:pPr>
              <a:spcAft>
                <a:spcPts val="1200"/>
              </a:spcAft>
            </a:pPr>
            <a:r>
              <a:rPr lang="en-US" sz="4800" dirty="0">
                <a:solidFill>
                  <a:schemeClr val="tx1"/>
                </a:solidFill>
              </a:rPr>
              <a:t>Real middle-mile telematics are proprietary, so scheduled hub-to-hub flights are an authentic public proxy with the same structure (fixed lane, schedule, weather, congestion). BTS covers passenger carriers, providing 5–10 GB of milestone events for distributed stream benchmarking.</a:t>
            </a:r>
          </a:p>
          <a:p>
            <a:pPr>
              <a:spcAft>
                <a:spcPts val="1200"/>
              </a:spcAft>
            </a:pPr>
            <a:r>
              <a:rPr lang="en-US" sz="4800" dirty="0">
                <a:solidFill>
                  <a:schemeClr val="tx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897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35D1-246F-84ED-5573-C2B124C0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CF3E161-A02D-BD57-5AD8-E1EBAEA41B91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BA73B6-0C20-4959-245C-B9C212095022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A06255-14C1-8332-73E7-EB7C0D9F34E2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D28954-37CE-0659-086E-0338F4DB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32918400" cy="4023360"/>
          </a:xfrm>
        </p:spPr>
        <p:txBody>
          <a:bodyPr/>
          <a:lstStyle/>
          <a:p>
            <a:r>
              <a:rPr lang="en-US" sz="10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3187DEA-F643-6A8F-148F-AE46474B7871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AFE30B-F077-A58B-BCB6-9FA9001E098F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F7EF76-CF2A-E737-E4F3-5A528EC3C5C1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EA63EB8D-F3C7-788C-D344-CD8906890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DD460C3-B2F3-74AE-9781-1E7E913C5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7531F41-B899-2DE2-D495-88AB1A1CC02E}"/>
              </a:ext>
            </a:extLst>
          </p:cNvPr>
          <p:cNvSpPr txBox="1">
            <a:spLocks/>
          </p:cNvSpPr>
          <p:nvPr/>
        </p:nvSpPr>
        <p:spPr bwMode="auto">
          <a:xfrm>
            <a:off x="1645920" y="569666"/>
            <a:ext cx="29626560" cy="402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>
            <a:lvl1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MS PGothic" charset="0"/>
              </a:defRPr>
            </a:lvl1pPr>
            <a:lvl2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512064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1024128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536192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2048256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Tools, and the Spark performance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96F8F-B11F-4E23-977B-096E8ECE9CE6}"/>
              </a:ext>
            </a:extLst>
          </p:cNvPr>
          <p:cNvSpPr txBox="1"/>
          <p:nvPr/>
        </p:nvSpPr>
        <p:spPr>
          <a:xfrm>
            <a:off x="480732" y="459331"/>
            <a:ext cx="11309506" cy="1034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TOOLS AND EVALUATION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263FD-3EAD-A66B-DE14-3F909423E2C0}"/>
              </a:ext>
            </a:extLst>
          </p:cNvPr>
          <p:cNvSpPr txBox="1"/>
          <p:nvPr/>
        </p:nvSpPr>
        <p:spPr>
          <a:xfrm>
            <a:off x="4784356" y="20130485"/>
            <a:ext cx="23350387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125" b="0" i="0" dirty="0" err="1">
                <a:solidFill>
                  <a:schemeClr val="bg1"/>
                </a:solidFill>
                <a:effectLst/>
                <a:latin typeface="Calibri" charset="0"/>
              </a:rPr>
              <a:t>HyperLogistics</a:t>
            </a:r>
            <a:r>
              <a:rPr lang="en-US" sz="6125" b="0" i="0" dirty="0">
                <a:solidFill>
                  <a:schemeClr val="bg1"/>
                </a:solidFill>
                <a:effectLst/>
                <a:latin typeface="Calibri" charset="0"/>
              </a:rPr>
              <a:t>-Stream · Big Data Management · Fall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Heading Tools"/>
          <p:cNvSpPr txBox="1"/>
          <p:nvPr/>
        </p:nvSpPr>
        <p:spPr>
          <a:xfrm>
            <a:off x="1651000" y="5334000"/>
            <a:ext cx="168910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5600" b="1" dirty="0">
                <a:solidFill>
                  <a:schemeClr val="tx1"/>
                </a:solidFill>
              </a:rPr>
              <a:t>Big data tools</a:t>
            </a:r>
          </a:p>
        </p:txBody>
      </p:sp>
      <p:graphicFrame>
        <p:nvGraphicFramePr>
          <p:cNvPr id="31" name="Big data tools table"/>
          <p:cNvGraphicFramePr>
            <a:graphicFrameLocks noGrp="1"/>
          </p:cNvGraphicFramePr>
          <p:nvPr/>
        </p:nvGraphicFramePr>
        <p:xfrm>
          <a:off x="1651000" y="6858000"/>
          <a:ext cx="16891000" cy="9906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Layer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Tool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Ingestion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Apache Kafka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Processing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PySpark Structured Streaming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Machine learning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Spark MLlib (GBT, Random Forest)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Storage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Parquet, medallion layout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Serving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FastAPI, Streamlit, Docker Compose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Heading Benchmark"/>
          <p:cNvSpPr txBox="1"/>
          <p:nvPr/>
        </p:nvSpPr>
        <p:spPr>
          <a:xfrm>
            <a:off x="19596100" y="5334000"/>
            <a:ext cx="116840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5600" b="1" dirty="0">
                <a:solidFill>
                  <a:schemeClr val="tx1"/>
                </a:solidFill>
              </a:rPr>
              <a:t>Benchmark matrix</a:t>
            </a:r>
          </a:p>
        </p:txBody>
      </p:sp>
      <p:graphicFrame>
        <p:nvGraphicFramePr>
          <p:cNvPr id="33" name="Benchmark matrix table"/>
          <p:cNvGraphicFramePr>
            <a:graphicFrameLocks noGrp="1"/>
          </p:cNvGraphicFramePr>
          <p:nvPr/>
        </p:nvGraphicFramePr>
        <p:xfrm>
          <a:off x="19596100" y="6858000"/>
          <a:ext cx="11684000" cy="8255000"/>
        </p:xfrm>
        <a:graphic>
          <a:graphicData uri="http://schemas.openxmlformats.org/drawingml/2006/table">
            <a:tbl>
              <a:tblPr firstRow="1"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Values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Cores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2, 4, 8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Shuffle partitions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8, 64, 200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Replay rate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1k, 5k, 20k per second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Batch size cap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5k, 20k, 100k</a:t>
                      </a:r>
                    </a:p>
                  </a:txBody>
                  <a:tcPr marL="152400" marR="152400" marT="76200" marB="762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Benchmark note"/>
          <p:cNvSpPr txBox="1"/>
          <p:nvPr/>
        </p:nvSpPr>
        <p:spPr>
          <a:xfrm>
            <a:off x="19596100" y="15621000"/>
            <a:ext cx="11684000" cy="292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Measured: throughput, batch time, latency p50 and p95. Model quality: MAE and RMSE against two baselines.</a:t>
            </a:r>
          </a:p>
        </p:txBody>
      </p:sp>
    </p:spTree>
    <p:extLst>
      <p:ext uri="{BB962C8B-B14F-4D97-AF65-F5344CB8AC3E}">
        <p14:creationId xmlns:p14="http://schemas.microsoft.com/office/powerpoint/2010/main" val="709724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35D1-246F-84ED-5573-C2B124C0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CF3E161-A02D-BD57-5AD8-E1EBAEA41B91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BA73B6-0C20-4959-245C-B9C212095022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A06255-14C1-8332-73E7-EB7C0D9F34E2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D28954-37CE-0659-086E-0338F4DB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32918400" cy="4023360"/>
          </a:xfrm>
        </p:spPr>
        <p:txBody>
          <a:bodyPr/>
          <a:lstStyle/>
          <a:p>
            <a:r>
              <a:rPr lang="en-US" sz="10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3187DEA-F643-6A8F-148F-AE46474B7871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AFE30B-F077-A58B-BCB6-9FA9001E098F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F7EF76-CF2A-E737-E4F3-5A528EC3C5C1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EA63EB8D-F3C7-788C-D344-CD8906890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DD460C3-B2F3-74AE-9781-1E7E913C5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7531F41-B899-2DE2-D495-88AB1A1CC02E}"/>
              </a:ext>
            </a:extLst>
          </p:cNvPr>
          <p:cNvSpPr txBox="1">
            <a:spLocks/>
          </p:cNvSpPr>
          <p:nvPr/>
        </p:nvSpPr>
        <p:spPr bwMode="auto">
          <a:xfrm>
            <a:off x="1645920" y="569666"/>
            <a:ext cx="29626560" cy="402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>
            <a:lvl1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MS PGothic" charset="0"/>
              </a:defRPr>
            </a:lvl1pPr>
            <a:lvl2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512064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1024128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536192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2048256" algn="ctr" defTabSz="1402842" rtl="0" eaLnBrk="1" fontAlgn="base" hangingPunct="1">
              <a:spcBef>
                <a:spcPct val="0"/>
              </a:spcBef>
              <a:spcAft>
                <a:spcPct val="0"/>
              </a:spcAft>
              <a:defRPr sz="13552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Eight weeks for a team of two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96F8F-B11F-4E23-977B-096E8ECE9CE6}"/>
              </a:ext>
            </a:extLst>
          </p:cNvPr>
          <p:cNvSpPr txBox="1"/>
          <p:nvPr/>
        </p:nvSpPr>
        <p:spPr>
          <a:xfrm>
            <a:off x="480732" y="459331"/>
            <a:ext cx="11309506" cy="1034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PLAN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263FD-3EAD-A66B-DE14-3F909423E2C0}"/>
              </a:ext>
            </a:extLst>
          </p:cNvPr>
          <p:cNvSpPr txBox="1"/>
          <p:nvPr/>
        </p:nvSpPr>
        <p:spPr>
          <a:xfrm>
            <a:off x="4784356" y="20130485"/>
            <a:ext cx="23350387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125" b="0" i="0" dirty="0" err="1">
                <a:solidFill>
                  <a:schemeClr val="bg1"/>
                </a:solidFill>
                <a:effectLst/>
                <a:latin typeface="Calibri" charset="0"/>
              </a:rPr>
              <a:t>HyperLogistics</a:t>
            </a:r>
            <a:r>
              <a:rPr lang="en-US" sz="6125" b="0" i="0" dirty="0">
                <a:solidFill>
                  <a:schemeClr val="bg1"/>
                </a:solidFill>
                <a:effectLst/>
                <a:latin typeface="Calibri" charset="0"/>
              </a:rPr>
              <a:t>-Stream · Big Data Management · Fall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Plan note"/>
          <p:cNvSpPr txBox="1"/>
          <p:nvPr/>
        </p:nvSpPr>
        <p:spPr>
          <a:xfrm>
            <a:off x="1651000" y="17399000"/>
            <a:ext cx="296291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+mn-lt"/>
              </a:rPr>
              <a:t>If we fall behind, we cut the Random Forest comparison and dashboard polish before the benchmarks.</a:t>
            </a:r>
          </a:p>
        </p:txBody>
      </p:sp>
      <p:graphicFrame>
        <p:nvGraphicFramePr>
          <p:cNvPr id="40" name="Eight-week plan table"/>
          <p:cNvGraphicFramePr>
            <a:graphicFrameLocks noGrp="1"/>
          </p:cNvGraphicFramePr>
          <p:nvPr/>
        </p:nvGraphicFramePr>
        <p:xfrm>
          <a:off x="1651000" y="5461000"/>
          <a:ext cx="29629100" cy="11379200"/>
        </p:xfrm>
        <a:graphic>
          <a:graphicData uri="http://schemas.openxmlformats.org/drawingml/2006/table">
            <a:tbl>
              <a:tblPr firstRow="1"/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2400">
                <a:tc>
                  <a:txBody>
                    <a:bodyPr/>
                    <a:lstStyle/>
                    <a:p>
                      <a:pPr algn="l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Weeks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Proposal, repository, Docker and Kafka setup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1–2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Download BTS and NOAA, build the joined dataset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2–4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Features, MLlib model, baselines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2–5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Kafka producer and streaming job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4–6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FastAPI and Streamlit dashboard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5–7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Spark benchmarks and analysis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7–8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dirty="0">
                          <a:solidFill>
                            <a:schemeClr val="tx1"/>
                          </a:solidFill>
                        </a:rPr>
                        <a:t>Report, slides and demo</a:t>
                      </a:r>
                    </a:p>
                  </a:txBody>
                  <a:tcPr marL="152400" marR="152400" marT="50800" marB="50800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945EF7-1D45-F64C-60D9-288FF02CA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86" y="16032480"/>
            <a:ext cx="23042880" cy="5364480"/>
          </a:xfrm>
        </p:spPr>
        <p:txBody>
          <a:bodyPr/>
          <a:lstStyle/>
          <a:p>
            <a:pPr algn="l"/>
            <a:r>
              <a:rPr lang="en-US" sz="8000" dirty="0">
                <a:latin typeface="Arial Black" panose="020B0A04020102020204" pitchFamily="34" charset="0"/>
              </a:rPr>
              <a:t>Tony Nguyen &amp; Joe Doan</a:t>
            </a:r>
          </a:p>
          <a:p>
            <a:pPr algn="l"/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COMP_SCI 5540 Fall 2026</a:t>
            </a:r>
            <a:b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Principles of Big Data Management</a:t>
            </a:r>
          </a:p>
          <a:p>
            <a:endParaRPr lang="en-US" sz="8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D0309E-B46C-0E3F-5732-FBB5F4FE682C}"/>
              </a:ext>
            </a:extLst>
          </p:cNvPr>
          <p:cNvSpPr/>
          <p:nvPr/>
        </p:nvSpPr>
        <p:spPr>
          <a:xfrm>
            <a:off x="0" y="3661569"/>
            <a:ext cx="32918400" cy="457200"/>
          </a:xfrm>
          <a:prstGeom prst="rect">
            <a:avLst/>
          </a:prstGeom>
          <a:solidFill>
            <a:srgbClr val="FFDD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32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B6036-9943-3FB8-B030-8D584CB4C679}"/>
              </a:ext>
            </a:extLst>
          </p:cNvPr>
          <p:cNvSpPr/>
          <p:nvPr/>
        </p:nvSpPr>
        <p:spPr>
          <a:xfrm>
            <a:off x="0" y="0"/>
            <a:ext cx="32918400" cy="3657600"/>
          </a:xfrm>
          <a:prstGeom prst="rect">
            <a:avLst/>
          </a:prstGeom>
          <a:solidFill>
            <a:srgbClr val="0066C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9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9600" dirty="0"/>
            </a:b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6CEA72-8D4E-397F-5B33-B5C49235A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66" y="0"/>
            <a:ext cx="4746812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6127540-0CC6-63C2-3B19-9372AE1E2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3598" y="-261951"/>
            <a:ext cx="4745736" cy="38127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3C4DAA-BD4E-519E-8FDF-310EEBB5A9A7}"/>
              </a:ext>
            </a:extLst>
          </p:cNvPr>
          <p:cNvSpPr/>
          <p:nvPr/>
        </p:nvSpPr>
        <p:spPr>
          <a:xfrm>
            <a:off x="979066" y="16032480"/>
            <a:ext cx="213360" cy="5069840"/>
          </a:xfrm>
          <a:prstGeom prst="rect">
            <a:avLst/>
          </a:prstGeom>
          <a:solidFill>
            <a:srgbClr val="FFDD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D6553D-14B1-7136-7EF6-435FAE2F44F6}"/>
              </a:ext>
            </a:extLst>
          </p:cNvPr>
          <p:cNvSpPr txBox="1"/>
          <p:nvPr/>
        </p:nvSpPr>
        <p:spPr>
          <a:xfrm>
            <a:off x="2320186" y="8131360"/>
            <a:ext cx="290248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1452504256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Summit2015Poster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31FE4B-E2A5-42E4-B867-F15239CD2A7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abe2643-1498-404b-9635-f364ee5f505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4014</TotalTime>
  <Words>678</Words>
  <Application>Microsoft Office PowerPoint</Application>
  <PresentationFormat>Custom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DM Sans</vt:lpstr>
      <vt:lpstr>Open Sans</vt:lpstr>
      <vt:lpstr>ResearchSummit2015PosterTemplate</vt:lpstr>
      <vt:lpstr>PowerPoint Presentation</vt:lpstr>
      <vt:lpstr>Predict late arrivals while the trip is still in progress</vt:lpstr>
      <vt:lpstr>PowerPoint Presentation</vt:lpstr>
      <vt:lpstr> </vt:lpstr>
      <vt:lpstr> </vt:lpstr>
      <vt:lpstr> </vt:lpstr>
      <vt:lpstr>PowerPoint Presentation</vt:lpstr>
    </vt:vector>
  </TitlesOfParts>
  <Manager>Hecker, Mark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ResearchSummit 2016</dc:subject>
  <dc:creator>tmnc62@umkc.edu</dc:creator>
  <cp:keywords/>
  <dc:description/>
  <cp:lastModifiedBy>TUAN NGUYEN</cp:lastModifiedBy>
  <cp:revision>64</cp:revision>
  <cp:lastPrinted>2018-09-07T16:49:07Z</cp:lastPrinted>
  <dcterms:created xsi:type="dcterms:W3CDTF">2016-06-09T17:14:55Z</dcterms:created>
  <dcterms:modified xsi:type="dcterms:W3CDTF">2026-09-30T04:36:07Z</dcterms:modified>
  <cp:category/>
</cp:coreProperties>
</file>